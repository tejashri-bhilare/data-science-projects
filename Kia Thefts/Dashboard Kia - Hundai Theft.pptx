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0" r:id="rId1"/>
  </p:sldMasterIdLst>
  <p:sldIdLst>
    <p:sldId id="256" r:id="rId2"/>
    <p:sldId id="257" r:id="rId3"/>
    <p:sldId id="258" r:id="rId4"/>
    <p:sldId id="262" r:id="rId5"/>
    <p:sldId id="260" r:id="rId6"/>
    <p:sldId id="261" r:id="rId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B2B9BB4C-6FAE-4474-9A5D-CD7584A239A0}">
          <p14:sldIdLst>
            <p14:sldId id="256"/>
            <p14:sldId id="257"/>
            <p14:sldId id="258"/>
            <p14:sldId id="262"/>
          </p14:sldIdLst>
        </p14:section>
        <p14:section name="Untitled Section" id="{0CDE64DC-E755-4BB6-AD50-591B0CFDB92D}">
          <p14:sldIdLst>
            <p14:sldId id="260"/>
            <p14:sldId id="26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4647C58-E5B4-4EA0-83B3-360E26B9BCC7}" v="3" dt="2025-02-04T05:15:51.09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59" d="100"/>
          <a:sy n="59" d="100"/>
        </p:scale>
        <p:origin x="84"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13"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microsoft.com/office/2016/11/relationships/changesInfo" Target="changesInfos/changesInfo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ejashri Bhilare" userId="d8ebae3cec6b6fcc" providerId="LiveId" clId="{14647C58-E5B4-4EA0-83B3-360E26B9BCC7}"/>
    <pc:docChg chg="undo custSel addSld delSld modSld addSection">
      <pc:chgData name="Tejashri Bhilare" userId="d8ebae3cec6b6fcc" providerId="LiveId" clId="{14647C58-E5B4-4EA0-83B3-360E26B9BCC7}" dt="2025-02-04T05:15:57.684" v="46" actId="26606"/>
      <pc:docMkLst>
        <pc:docMk/>
      </pc:docMkLst>
      <pc:sldChg chg="addSp delSp modSp mod delDesignElem">
        <pc:chgData name="Tejashri Bhilare" userId="d8ebae3cec6b6fcc" providerId="LiveId" clId="{14647C58-E5B4-4EA0-83B3-360E26B9BCC7}" dt="2025-02-04T05:15:42.553" v="44" actId="27636"/>
        <pc:sldMkLst>
          <pc:docMk/>
          <pc:sldMk cId="687121082" sldId="256"/>
        </pc:sldMkLst>
        <pc:spChg chg="mod">
          <ac:chgData name="Tejashri Bhilare" userId="d8ebae3cec6b6fcc" providerId="LiveId" clId="{14647C58-E5B4-4EA0-83B3-360E26B9BCC7}" dt="2025-02-04T05:15:42.553" v="44" actId="27636"/>
          <ac:spMkLst>
            <pc:docMk/>
            <pc:sldMk cId="687121082" sldId="256"/>
            <ac:spMk id="2" creationId="{9C0EDAC9-0103-BA84-537A-F87CB56301BC}"/>
          </ac:spMkLst>
        </pc:spChg>
        <pc:spChg chg="del">
          <ac:chgData name="Tejashri Bhilare" userId="d8ebae3cec6b6fcc" providerId="LiveId" clId="{14647C58-E5B4-4EA0-83B3-360E26B9BCC7}" dt="2025-02-04T05:15:04.478" v="37" actId="26606"/>
          <ac:spMkLst>
            <pc:docMk/>
            <pc:sldMk cId="687121082" sldId="256"/>
            <ac:spMk id="16" creationId="{8BEC44CD-E290-4D60-A056-5BA05B182AC3}"/>
          </ac:spMkLst>
        </pc:spChg>
        <pc:spChg chg="del">
          <ac:chgData name="Tejashri Bhilare" userId="d8ebae3cec6b6fcc" providerId="LiveId" clId="{14647C58-E5B4-4EA0-83B3-360E26B9BCC7}" dt="2025-02-04T05:15:04.478" v="37" actId="26606"/>
          <ac:spMkLst>
            <pc:docMk/>
            <pc:sldMk cId="687121082" sldId="256"/>
            <ac:spMk id="18" creationId="{B2C335F7-F61C-4EB4-80F2-4B1438FE66BB}"/>
          </ac:spMkLst>
        </pc:spChg>
        <pc:spChg chg="del">
          <ac:chgData name="Tejashri Bhilare" userId="d8ebae3cec6b6fcc" providerId="LiveId" clId="{14647C58-E5B4-4EA0-83B3-360E26B9BCC7}" dt="2025-02-04T05:15:04.478" v="37" actId="26606"/>
          <ac:spMkLst>
            <pc:docMk/>
            <pc:sldMk cId="687121082" sldId="256"/>
            <ac:spMk id="20" creationId="{F1189494-2B67-46D2-93D6-A122A09BF6B2}"/>
          </ac:spMkLst>
        </pc:spChg>
        <pc:spChg chg="add del">
          <ac:chgData name="Tejashri Bhilare" userId="d8ebae3cec6b6fcc" providerId="LiveId" clId="{14647C58-E5B4-4EA0-83B3-360E26B9BCC7}" dt="2025-02-04T05:15:42.348" v="42"/>
          <ac:spMkLst>
            <pc:docMk/>
            <pc:sldMk cId="687121082" sldId="256"/>
            <ac:spMk id="25" creationId="{8BEC44CD-E290-4D60-A056-5BA05B182AC3}"/>
          </ac:spMkLst>
        </pc:spChg>
        <pc:spChg chg="add del">
          <ac:chgData name="Tejashri Bhilare" userId="d8ebae3cec6b6fcc" providerId="LiveId" clId="{14647C58-E5B4-4EA0-83B3-360E26B9BCC7}" dt="2025-02-04T05:15:42.348" v="42"/>
          <ac:spMkLst>
            <pc:docMk/>
            <pc:sldMk cId="687121082" sldId="256"/>
            <ac:spMk id="27" creationId="{B2C335F7-F61C-4EB4-80F2-4B1438FE66BB}"/>
          </ac:spMkLst>
        </pc:spChg>
        <pc:spChg chg="add del">
          <ac:chgData name="Tejashri Bhilare" userId="d8ebae3cec6b6fcc" providerId="LiveId" clId="{14647C58-E5B4-4EA0-83B3-360E26B9BCC7}" dt="2025-02-04T05:15:42.348" v="42"/>
          <ac:spMkLst>
            <pc:docMk/>
            <pc:sldMk cId="687121082" sldId="256"/>
            <ac:spMk id="29" creationId="{F1189494-2B67-46D2-93D6-A122A09BF6B2}"/>
          </ac:spMkLst>
        </pc:spChg>
      </pc:sldChg>
      <pc:sldChg chg="addSp delSp modSp mod delDesignElem">
        <pc:chgData name="Tejashri Bhilare" userId="d8ebae3cec6b6fcc" providerId="LiveId" clId="{14647C58-E5B4-4EA0-83B3-360E26B9BCC7}" dt="2025-02-04T05:15:42.348" v="42"/>
        <pc:sldMkLst>
          <pc:docMk/>
          <pc:sldMk cId="940731165" sldId="257"/>
        </pc:sldMkLst>
        <pc:spChg chg="add del">
          <ac:chgData name="Tejashri Bhilare" userId="d8ebae3cec6b6fcc" providerId="LiveId" clId="{14647C58-E5B4-4EA0-83B3-360E26B9BCC7}" dt="2025-02-04T05:11:09.161" v="2" actId="26606"/>
          <ac:spMkLst>
            <pc:docMk/>
            <pc:sldMk cId="940731165" sldId="257"/>
            <ac:spMk id="12" creationId="{1653AE3C-AC4F-907C-B473-B9A30D21506F}"/>
          </ac:spMkLst>
        </pc:spChg>
        <pc:spChg chg="add del">
          <ac:chgData name="Tejashri Bhilare" userId="d8ebae3cec6b6fcc" providerId="LiveId" clId="{14647C58-E5B4-4EA0-83B3-360E26B9BCC7}" dt="2025-02-04T05:11:09.161" v="2" actId="26606"/>
          <ac:spMkLst>
            <pc:docMk/>
            <pc:sldMk cId="940731165" sldId="257"/>
            <ac:spMk id="13" creationId="{DC81933E-93BD-38CE-3C98-D10B2844C58A}"/>
          </ac:spMkLst>
        </pc:spChg>
        <pc:spChg chg="add mod">
          <ac:chgData name="Tejashri Bhilare" userId="d8ebae3cec6b6fcc" providerId="LiveId" clId="{14647C58-E5B4-4EA0-83B3-360E26B9BCC7}" dt="2025-02-04T05:11:11.462" v="3"/>
          <ac:spMkLst>
            <pc:docMk/>
            <pc:sldMk cId="940731165" sldId="257"/>
            <ac:spMk id="17" creationId="{568ADF10-EEA4-89CC-E225-D94656AC81E1}"/>
          </ac:spMkLst>
        </pc:spChg>
        <pc:spChg chg="add del">
          <ac:chgData name="Tejashri Bhilare" userId="d8ebae3cec6b6fcc" providerId="LiveId" clId="{14647C58-E5B4-4EA0-83B3-360E26B9BCC7}" dt="2025-02-04T05:11:09.151" v="1" actId="26606"/>
          <ac:spMkLst>
            <pc:docMk/>
            <pc:sldMk cId="940731165" sldId="257"/>
            <ac:spMk id="18" creationId="{ADE57300-C7FF-4578-99A0-42B0295B123C}"/>
          </ac:spMkLst>
        </pc:spChg>
        <pc:spChg chg="add del">
          <ac:chgData name="Tejashri Bhilare" userId="d8ebae3cec6b6fcc" providerId="LiveId" clId="{14647C58-E5B4-4EA0-83B3-360E26B9BCC7}" dt="2025-02-04T05:11:09.151" v="1" actId="26606"/>
          <ac:spMkLst>
            <pc:docMk/>
            <pc:sldMk cId="940731165" sldId="257"/>
            <ac:spMk id="20" creationId="{DB8F8250-7A81-4A19-87AD-FFB2CE4E39A5}"/>
          </ac:spMkLst>
        </pc:spChg>
        <pc:spChg chg="add del">
          <ac:chgData name="Tejashri Bhilare" userId="d8ebae3cec6b6fcc" providerId="LiveId" clId="{14647C58-E5B4-4EA0-83B3-360E26B9BCC7}" dt="2025-02-04T05:11:09.151" v="1" actId="26606"/>
          <ac:spMkLst>
            <pc:docMk/>
            <pc:sldMk cId="940731165" sldId="257"/>
            <ac:spMk id="22" creationId="{499F38FC-2DEA-2647-C409-EF75720C1017}"/>
          </ac:spMkLst>
        </pc:spChg>
        <pc:spChg chg="add del">
          <ac:chgData name="Tejashri Bhilare" userId="d8ebae3cec6b6fcc" providerId="LiveId" clId="{14647C58-E5B4-4EA0-83B3-360E26B9BCC7}" dt="2025-02-04T05:11:09.151" v="1" actId="26606"/>
          <ac:spMkLst>
            <pc:docMk/>
            <pc:sldMk cId="940731165" sldId="257"/>
            <ac:spMk id="24" creationId="{F3FF94B3-6D3E-44FE-BB02-A9027C0003C7}"/>
          </ac:spMkLst>
        </pc:spChg>
        <pc:spChg chg="add del">
          <ac:chgData name="Tejashri Bhilare" userId="d8ebae3cec6b6fcc" providerId="LiveId" clId="{14647C58-E5B4-4EA0-83B3-360E26B9BCC7}" dt="2025-02-04T05:11:09.151" v="1" actId="26606"/>
          <ac:spMkLst>
            <pc:docMk/>
            <pc:sldMk cId="940731165" sldId="257"/>
            <ac:spMk id="26" creationId="{5820888B-4EA5-E0E8-6D52-7733E1E77451}"/>
          </ac:spMkLst>
        </pc:spChg>
        <pc:spChg chg="add del">
          <ac:chgData name="Tejashri Bhilare" userId="d8ebae3cec6b6fcc" providerId="LiveId" clId="{14647C58-E5B4-4EA0-83B3-360E26B9BCC7}" dt="2025-02-04T05:11:09.151" v="1" actId="26606"/>
          <ac:spMkLst>
            <pc:docMk/>
            <pc:sldMk cId="940731165" sldId="257"/>
            <ac:spMk id="28" creationId="{06B5A8BF-0680-F9A7-27B1-3971EC934783}"/>
          </ac:spMkLst>
        </pc:spChg>
        <pc:spChg chg="add del">
          <ac:chgData name="Tejashri Bhilare" userId="d8ebae3cec6b6fcc" providerId="LiveId" clId="{14647C58-E5B4-4EA0-83B3-360E26B9BCC7}" dt="2025-02-04T05:15:42.348" v="42"/>
          <ac:spMkLst>
            <pc:docMk/>
            <pc:sldMk cId="940731165" sldId="257"/>
            <ac:spMk id="30" creationId="{0EC38958-9A69-239A-BA79-2AEC73345F4B}"/>
          </ac:spMkLst>
        </pc:spChg>
        <pc:spChg chg="add del">
          <ac:chgData name="Tejashri Bhilare" userId="d8ebae3cec6b6fcc" providerId="LiveId" clId="{14647C58-E5B4-4EA0-83B3-360E26B9BCC7}" dt="2025-02-04T05:15:42.348" v="42"/>
          <ac:spMkLst>
            <pc:docMk/>
            <pc:sldMk cId="940731165" sldId="257"/>
            <ac:spMk id="31" creationId="{6EC109E5-0396-8968-4F42-DFEC280363B6}"/>
          </ac:spMkLst>
        </pc:spChg>
        <pc:picChg chg="mod">
          <ac:chgData name="Tejashri Bhilare" userId="d8ebae3cec6b6fcc" providerId="LiveId" clId="{14647C58-E5B4-4EA0-83B3-360E26B9BCC7}" dt="2025-02-04T05:11:09.161" v="2" actId="26606"/>
          <ac:picMkLst>
            <pc:docMk/>
            <pc:sldMk cId="940731165" sldId="257"/>
            <ac:picMk id="5" creationId="{FC2E2112-1EB3-B0F3-0C6F-F4DEAD7399EA}"/>
          </ac:picMkLst>
        </pc:picChg>
      </pc:sldChg>
      <pc:sldChg chg="addSp delSp modSp mod delDesignElem">
        <pc:chgData name="Tejashri Bhilare" userId="d8ebae3cec6b6fcc" providerId="LiveId" clId="{14647C58-E5B4-4EA0-83B3-360E26B9BCC7}" dt="2025-02-04T05:15:42.348" v="42"/>
        <pc:sldMkLst>
          <pc:docMk/>
          <pc:sldMk cId="327553188" sldId="258"/>
        </pc:sldMkLst>
        <pc:spChg chg="del">
          <ac:chgData name="Tejashri Bhilare" userId="d8ebae3cec6b6fcc" providerId="LiveId" clId="{14647C58-E5B4-4EA0-83B3-360E26B9BCC7}" dt="2025-02-04T05:11:27.240" v="4" actId="26606"/>
          <ac:spMkLst>
            <pc:docMk/>
            <pc:sldMk cId="327553188" sldId="258"/>
            <ac:spMk id="10" creationId="{ADE57300-C7FF-4578-99A0-42B0295B123C}"/>
          </ac:spMkLst>
        </pc:spChg>
        <pc:spChg chg="del">
          <ac:chgData name="Tejashri Bhilare" userId="d8ebae3cec6b6fcc" providerId="LiveId" clId="{14647C58-E5B4-4EA0-83B3-360E26B9BCC7}" dt="2025-02-04T05:11:27.240" v="4" actId="26606"/>
          <ac:spMkLst>
            <pc:docMk/>
            <pc:sldMk cId="327553188" sldId="258"/>
            <ac:spMk id="12" creationId="{DB8F8250-7A81-4A19-87AD-FFB2CE4E39A5}"/>
          </ac:spMkLst>
        </pc:spChg>
        <pc:spChg chg="del">
          <ac:chgData name="Tejashri Bhilare" userId="d8ebae3cec6b6fcc" providerId="LiveId" clId="{14647C58-E5B4-4EA0-83B3-360E26B9BCC7}" dt="2025-02-04T05:11:27.240" v="4" actId="26606"/>
          <ac:spMkLst>
            <pc:docMk/>
            <pc:sldMk cId="327553188" sldId="258"/>
            <ac:spMk id="14" creationId="{499F38FC-2DEA-2647-C409-EF75720C1017}"/>
          </ac:spMkLst>
        </pc:spChg>
        <pc:spChg chg="del">
          <ac:chgData name="Tejashri Bhilare" userId="d8ebae3cec6b6fcc" providerId="LiveId" clId="{14647C58-E5B4-4EA0-83B3-360E26B9BCC7}" dt="2025-02-04T05:11:27.240" v="4" actId="26606"/>
          <ac:spMkLst>
            <pc:docMk/>
            <pc:sldMk cId="327553188" sldId="258"/>
            <ac:spMk id="16" creationId="{F3FF94B3-6D3E-44FE-BB02-A9027C0003C7}"/>
          </ac:spMkLst>
        </pc:spChg>
        <pc:spChg chg="del">
          <ac:chgData name="Tejashri Bhilare" userId="d8ebae3cec6b6fcc" providerId="LiveId" clId="{14647C58-E5B4-4EA0-83B3-360E26B9BCC7}" dt="2025-02-04T05:11:27.240" v="4" actId="26606"/>
          <ac:spMkLst>
            <pc:docMk/>
            <pc:sldMk cId="327553188" sldId="258"/>
            <ac:spMk id="18" creationId="{5820888B-4EA5-E0E8-6D52-7733E1E77451}"/>
          </ac:spMkLst>
        </pc:spChg>
        <pc:spChg chg="del">
          <ac:chgData name="Tejashri Bhilare" userId="d8ebae3cec6b6fcc" providerId="LiveId" clId="{14647C58-E5B4-4EA0-83B3-360E26B9BCC7}" dt="2025-02-04T05:11:27.240" v="4" actId="26606"/>
          <ac:spMkLst>
            <pc:docMk/>
            <pc:sldMk cId="327553188" sldId="258"/>
            <ac:spMk id="20" creationId="{06B5A8BF-0680-F9A7-27B1-3971EC934783}"/>
          </ac:spMkLst>
        </pc:spChg>
        <pc:spChg chg="add mod">
          <ac:chgData name="Tejashri Bhilare" userId="d8ebae3cec6b6fcc" providerId="LiveId" clId="{14647C58-E5B4-4EA0-83B3-360E26B9BCC7}" dt="2025-02-04T05:11:28.795" v="5"/>
          <ac:spMkLst>
            <pc:docMk/>
            <pc:sldMk cId="327553188" sldId="258"/>
            <ac:spMk id="24" creationId="{1AE70788-9EA0-1155-0D5B-7D90CE9C3543}"/>
          </ac:spMkLst>
        </pc:spChg>
        <pc:spChg chg="add del">
          <ac:chgData name="Tejashri Bhilare" userId="d8ebae3cec6b6fcc" providerId="LiveId" clId="{14647C58-E5B4-4EA0-83B3-360E26B9BCC7}" dt="2025-02-04T05:15:42.348" v="42"/>
          <ac:spMkLst>
            <pc:docMk/>
            <pc:sldMk cId="327553188" sldId="258"/>
            <ac:spMk id="27" creationId="{34C0330F-1D4F-4552-B799-615DD237B6DE}"/>
          </ac:spMkLst>
        </pc:spChg>
        <pc:spChg chg="add del">
          <ac:chgData name="Tejashri Bhilare" userId="d8ebae3cec6b6fcc" providerId="LiveId" clId="{14647C58-E5B4-4EA0-83B3-360E26B9BCC7}" dt="2025-02-04T05:15:42.348" v="42"/>
          <ac:spMkLst>
            <pc:docMk/>
            <pc:sldMk cId="327553188" sldId="258"/>
            <ac:spMk id="29" creationId="{92BE0106-0C20-465B-A1BE-0BAC2737B1AD}"/>
          </ac:spMkLst>
        </pc:spChg>
        <pc:picChg chg="mod">
          <ac:chgData name="Tejashri Bhilare" userId="d8ebae3cec6b6fcc" providerId="LiveId" clId="{14647C58-E5B4-4EA0-83B3-360E26B9BCC7}" dt="2025-02-04T05:11:27.240" v="4" actId="26606"/>
          <ac:picMkLst>
            <pc:docMk/>
            <pc:sldMk cId="327553188" sldId="258"/>
            <ac:picMk id="5" creationId="{6D691C05-9AD1-E82C-1A3A-A34A2DA0C2A8}"/>
          </ac:picMkLst>
        </pc:picChg>
      </pc:sldChg>
      <pc:sldChg chg="addSp delSp modSp del mod setBg">
        <pc:chgData name="Tejashri Bhilare" userId="d8ebae3cec6b6fcc" providerId="LiveId" clId="{14647C58-E5B4-4EA0-83B3-360E26B9BCC7}" dt="2025-02-04T05:13:15.778" v="23" actId="2696"/>
        <pc:sldMkLst>
          <pc:docMk/>
          <pc:sldMk cId="2185546674" sldId="259"/>
        </pc:sldMkLst>
        <pc:spChg chg="add del">
          <ac:chgData name="Tejashri Bhilare" userId="d8ebae3cec6b6fcc" providerId="LiveId" clId="{14647C58-E5B4-4EA0-83B3-360E26B9BCC7}" dt="2025-02-04T05:11:57.407" v="7" actId="26606"/>
          <ac:spMkLst>
            <pc:docMk/>
            <pc:sldMk cId="2185546674" sldId="259"/>
            <ac:spMk id="8" creationId="{E20BB609-EF92-42DB-836C-0699A590B5CF}"/>
          </ac:spMkLst>
        </pc:spChg>
        <pc:spChg chg="add del">
          <ac:chgData name="Tejashri Bhilare" userId="d8ebae3cec6b6fcc" providerId="LiveId" clId="{14647C58-E5B4-4EA0-83B3-360E26B9BCC7}" dt="2025-02-04T05:11:57.407" v="7" actId="26606"/>
          <ac:spMkLst>
            <pc:docMk/>
            <pc:sldMk cId="2185546674" sldId="259"/>
            <ac:spMk id="10" creationId="{B2C335F7-F61C-4EB4-80F2-4B1438FE66BB}"/>
          </ac:spMkLst>
        </pc:spChg>
        <pc:spChg chg="add">
          <ac:chgData name="Tejashri Bhilare" userId="d8ebae3cec6b6fcc" providerId="LiveId" clId="{14647C58-E5B4-4EA0-83B3-360E26B9BCC7}" dt="2025-02-04T05:11:57.415" v="8" actId="26606"/>
          <ac:spMkLst>
            <pc:docMk/>
            <pc:sldMk cId="2185546674" sldId="259"/>
            <ac:spMk id="12" creationId="{E20BB609-EF92-42DB-836C-0699A590B5CF}"/>
          </ac:spMkLst>
        </pc:spChg>
        <pc:spChg chg="add">
          <ac:chgData name="Tejashri Bhilare" userId="d8ebae3cec6b6fcc" providerId="LiveId" clId="{14647C58-E5B4-4EA0-83B3-360E26B9BCC7}" dt="2025-02-04T05:11:57.415" v="8" actId="26606"/>
          <ac:spMkLst>
            <pc:docMk/>
            <pc:sldMk cId="2185546674" sldId="259"/>
            <ac:spMk id="13" creationId="{B2C335F7-F61C-4EB4-80F2-4B1438FE66BB}"/>
          </ac:spMkLst>
        </pc:spChg>
        <pc:picChg chg="mod">
          <ac:chgData name="Tejashri Bhilare" userId="d8ebae3cec6b6fcc" providerId="LiveId" clId="{14647C58-E5B4-4EA0-83B3-360E26B9BCC7}" dt="2025-02-04T05:12:22.216" v="11" actId="1076"/>
          <ac:picMkLst>
            <pc:docMk/>
            <pc:sldMk cId="2185546674" sldId="259"/>
            <ac:picMk id="3" creationId="{2DDD432E-06DE-7A04-C79C-2E25A41F8759}"/>
          </ac:picMkLst>
        </pc:picChg>
      </pc:sldChg>
      <pc:sldChg chg="addSp delSp modSp mod setBg modClrScheme chgLayout">
        <pc:chgData name="Tejashri Bhilare" userId="d8ebae3cec6b6fcc" providerId="LiveId" clId="{14647C58-E5B4-4EA0-83B3-360E26B9BCC7}" dt="2025-02-04T05:15:57.684" v="46" actId="26606"/>
        <pc:sldMkLst>
          <pc:docMk/>
          <pc:sldMk cId="1932945463" sldId="260"/>
        </pc:sldMkLst>
        <pc:spChg chg="add del mod ord">
          <ac:chgData name="Tejashri Bhilare" userId="d8ebae3cec6b6fcc" providerId="LiveId" clId="{14647C58-E5B4-4EA0-83B3-360E26B9BCC7}" dt="2025-02-04T05:14:36.233" v="32" actId="700"/>
          <ac:spMkLst>
            <pc:docMk/>
            <pc:sldMk cId="1932945463" sldId="260"/>
            <ac:spMk id="2" creationId="{F32B7C31-7D3A-418C-C879-4C379E03A15D}"/>
          </ac:spMkLst>
        </pc:spChg>
        <pc:spChg chg="add mod ord">
          <ac:chgData name="Tejashri Bhilare" userId="d8ebae3cec6b6fcc" providerId="LiveId" clId="{14647C58-E5B4-4EA0-83B3-360E26B9BCC7}" dt="2025-02-04T05:15:57.684" v="46" actId="26606"/>
          <ac:spMkLst>
            <pc:docMk/>
            <pc:sldMk cId="1932945463" sldId="260"/>
            <ac:spMk id="4" creationId="{A56C9FB3-AB75-F245-9F29-5CED359F62FB}"/>
          </ac:spMkLst>
        </pc:spChg>
        <pc:spChg chg="add del mod ord">
          <ac:chgData name="Tejashri Bhilare" userId="d8ebae3cec6b6fcc" providerId="LiveId" clId="{14647C58-E5B4-4EA0-83B3-360E26B9BCC7}" dt="2025-02-04T05:14:50.762" v="35" actId="478"/>
          <ac:spMkLst>
            <pc:docMk/>
            <pc:sldMk cId="1932945463" sldId="260"/>
            <ac:spMk id="5" creationId="{C596814E-A446-1538-C7E9-FF668E9BE3B5}"/>
          </ac:spMkLst>
        </pc:spChg>
        <pc:spChg chg="add del mod ord">
          <ac:chgData name="Tejashri Bhilare" userId="d8ebae3cec6b6fcc" providerId="LiveId" clId="{14647C58-E5B4-4EA0-83B3-360E26B9BCC7}" dt="2025-02-04T05:14:45.548" v="34" actId="478"/>
          <ac:spMkLst>
            <pc:docMk/>
            <pc:sldMk cId="1932945463" sldId="260"/>
            <ac:spMk id="6" creationId="{08648B17-F2A7-8324-0249-280E61E56A40}"/>
          </ac:spMkLst>
        </pc:spChg>
        <pc:spChg chg="add">
          <ac:chgData name="Tejashri Bhilare" userId="d8ebae3cec6b6fcc" providerId="LiveId" clId="{14647C58-E5B4-4EA0-83B3-360E26B9BCC7}" dt="2025-02-04T05:15:57.684" v="46" actId="26606"/>
          <ac:spMkLst>
            <pc:docMk/>
            <pc:sldMk cId="1932945463" sldId="260"/>
            <ac:spMk id="9" creationId="{84C75E2B-CACA-478C-B26B-182AF87A18E3}"/>
          </ac:spMkLst>
        </pc:spChg>
        <pc:spChg chg="add">
          <ac:chgData name="Tejashri Bhilare" userId="d8ebae3cec6b6fcc" providerId="LiveId" clId="{14647C58-E5B4-4EA0-83B3-360E26B9BCC7}" dt="2025-02-04T05:15:57.684" v="46" actId="26606"/>
          <ac:spMkLst>
            <pc:docMk/>
            <pc:sldMk cId="1932945463" sldId="260"/>
            <ac:spMk id="17" creationId="{BB09D7A2-7AF4-47EF-AFFF-DD7B285D694A}"/>
          </ac:spMkLst>
        </pc:spChg>
        <pc:spChg chg="add">
          <ac:chgData name="Tejashri Bhilare" userId="d8ebae3cec6b6fcc" providerId="LiveId" clId="{14647C58-E5B4-4EA0-83B3-360E26B9BCC7}" dt="2025-02-04T05:15:57.684" v="46" actId="26606"/>
          <ac:spMkLst>
            <pc:docMk/>
            <pc:sldMk cId="1932945463" sldId="260"/>
            <ac:spMk id="19" creationId="{47D37C61-77C0-4FB5-8D20-8E995DBDA37E}"/>
          </ac:spMkLst>
        </pc:spChg>
        <pc:grpChg chg="add">
          <ac:chgData name="Tejashri Bhilare" userId="d8ebae3cec6b6fcc" providerId="LiveId" clId="{14647C58-E5B4-4EA0-83B3-360E26B9BCC7}" dt="2025-02-04T05:15:57.684" v="46" actId="26606"/>
          <ac:grpSpMkLst>
            <pc:docMk/>
            <pc:sldMk cId="1932945463" sldId="260"/>
            <ac:grpSpMk id="21" creationId="{4717C442-118A-41E1-BEDA-5085A9833E98}"/>
          </ac:grpSpMkLst>
        </pc:grpChg>
        <pc:picChg chg="mod ord">
          <ac:chgData name="Tejashri Bhilare" userId="d8ebae3cec6b6fcc" providerId="LiveId" clId="{14647C58-E5B4-4EA0-83B3-360E26B9BCC7}" dt="2025-02-04T05:15:57.684" v="46" actId="26606"/>
          <ac:picMkLst>
            <pc:docMk/>
            <pc:sldMk cId="1932945463" sldId="260"/>
            <ac:picMk id="3" creationId="{9C776DF8-9033-75E2-2B28-420CAA69B0F6}"/>
          </ac:picMkLst>
        </pc:picChg>
        <pc:picChg chg="add">
          <ac:chgData name="Tejashri Bhilare" userId="d8ebae3cec6b6fcc" providerId="LiveId" clId="{14647C58-E5B4-4EA0-83B3-360E26B9BCC7}" dt="2025-02-04T05:15:57.684" v="46" actId="26606"/>
          <ac:picMkLst>
            <pc:docMk/>
            <pc:sldMk cId="1932945463" sldId="260"/>
            <ac:picMk id="11" creationId="{50FF2874-547C-4D14-9E18-28B19002FB8C}"/>
          </ac:picMkLst>
        </pc:picChg>
        <pc:picChg chg="add">
          <ac:chgData name="Tejashri Bhilare" userId="d8ebae3cec6b6fcc" providerId="LiveId" clId="{14647C58-E5B4-4EA0-83B3-360E26B9BCC7}" dt="2025-02-04T05:15:57.684" v="46" actId="26606"/>
          <ac:picMkLst>
            <pc:docMk/>
            <pc:sldMk cId="1932945463" sldId="260"/>
            <ac:picMk id="25" creationId="{72DDAF42-061F-484B-92E1-21F5D083F00D}"/>
          </ac:picMkLst>
        </pc:picChg>
        <pc:cxnChg chg="add">
          <ac:chgData name="Tejashri Bhilare" userId="d8ebae3cec6b6fcc" providerId="LiveId" clId="{14647C58-E5B4-4EA0-83B3-360E26B9BCC7}" dt="2025-02-04T05:15:57.684" v="46" actId="26606"/>
          <ac:cxnSpMkLst>
            <pc:docMk/>
            <pc:sldMk cId="1932945463" sldId="260"/>
            <ac:cxnSpMk id="13" creationId="{36CF827D-A163-47F7-BD87-34EB4FA7D696}"/>
          </ac:cxnSpMkLst>
        </pc:cxnChg>
        <pc:cxnChg chg="add">
          <ac:chgData name="Tejashri Bhilare" userId="d8ebae3cec6b6fcc" providerId="LiveId" clId="{14647C58-E5B4-4EA0-83B3-360E26B9BCC7}" dt="2025-02-04T05:15:57.684" v="46" actId="26606"/>
          <ac:cxnSpMkLst>
            <pc:docMk/>
            <pc:sldMk cId="1932945463" sldId="260"/>
            <ac:cxnSpMk id="15" creationId="{D299D9A9-1DA8-433D-A9BC-FB48D93D4217}"/>
          </ac:cxnSpMkLst>
        </pc:cxnChg>
      </pc:sldChg>
      <pc:sldChg chg="addSp delSp modSp mod setBg modClrScheme delDesignElem chgLayout">
        <pc:chgData name="Tejashri Bhilare" userId="d8ebae3cec6b6fcc" providerId="LiveId" clId="{14647C58-E5B4-4EA0-83B3-360E26B9BCC7}" dt="2025-02-04T05:15:42.348" v="42"/>
        <pc:sldMkLst>
          <pc:docMk/>
          <pc:sldMk cId="3123190579" sldId="261"/>
        </pc:sldMkLst>
        <pc:spChg chg="add del mod ord">
          <ac:chgData name="Tejashri Bhilare" userId="d8ebae3cec6b6fcc" providerId="LiveId" clId="{14647C58-E5B4-4EA0-83B3-360E26B9BCC7}" dt="2025-02-04T05:13:47.934" v="26" actId="700"/>
          <ac:spMkLst>
            <pc:docMk/>
            <pc:sldMk cId="3123190579" sldId="261"/>
            <ac:spMk id="2" creationId="{7C68AE84-28D7-8845-6259-E14F295641CE}"/>
          </ac:spMkLst>
        </pc:spChg>
        <pc:spChg chg="add del mod ord">
          <ac:chgData name="Tejashri Bhilare" userId="d8ebae3cec6b6fcc" providerId="LiveId" clId="{14647C58-E5B4-4EA0-83B3-360E26B9BCC7}" dt="2025-02-04T05:13:47.934" v="26" actId="700"/>
          <ac:spMkLst>
            <pc:docMk/>
            <pc:sldMk cId="3123190579" sldId="261"/>
            <ac:spMk id="4" creationId="{DF25B736-3B52-1CEA-0C67-16586FB62B70}"/>
          </ac:spMkLst>
        </pc:spChg>
        <pc:spChg chg="add del mod ord">
          <ac:chgData name="Tejashri Bhilare" userId="d8ebae3cec6b6fcc" providerId="LiveId" clId="{14647C58-E5B4-4EA0-83B3-360E26B9BCC7}" dt="2025-02-04T05:13:47.934" v="26" actId="700"/>
          <ac:spMkLst>
            <pc:docMk/>
            <pc:sldMk cId="3123190579" sldId="261"/>
            <ac:spMk id="5" creationId="{333A04AC-52B1-EDCC-CC66-6DDE9B933408}"/>
          </ac:spMkLst>
        </pc:spChg>
        <pc:spChg chg="add del mod ord">
          <ac:chgData name="Tejashri Bhilare" userId="d8ebae3cec6b6fcc" providerId="LiveId" clId="{14647C58-E5B4-4EA0-83B3-360E26B9BCC7}" dt="2025-02-04T05:13:55.305" v="28" actId="478"/>
          <ac:spMkLst>
            <pc:docMk/>
            <pc:sldMk cId="3123190579" sldId="261"/>
            <ac:spMk id="6" creationId="{2048B80E-8829-58B6-1FFC-E24E2EAB5E87}"/>
          </ac:spMkLst>
        </pc:spChg>
        <pc:spChg chg="add del mod ord">
          <ac:chgData name="Tejashri Bhilare" userId="d8ebae3cec6b6fcc" providerId="LiveId" clId="{14647C58-E5B4-4EA0-83B3-360E26B9BCC7}" dt="2025-02-04T05:13:51.872" v="27" actId="26606"/>
          <ac:spMkLst>
            <pc:docMk/>
            <pc:sldMk cId="3123190579" sldId="261"/>
            <ac:spMk id="7" creationId="{075814F8-DE38-4F8D-516D-3317248E6FB3}"/>
          </ac:spMkLst>
        </pc:spChg>
        <pc:spChg chg="add mod ord">
          <ac:chgData name="Tejashri Bhilare" userId="d8ebae3cec6b6fcc" providerId="LiveId" clId="{14647C58-E5B4-4EA0-83B3-360E26B9BCC7}" dt="2025-02-04T05:14:15.257" v="30" actId="1076"/>
          <ac:spMkLst>
            <pc:docMk/>
            <pc:sldMk cId="3123190579" sldId="261"/>
            <ac:spMk id="8" creationId="{B383C4AB-BB23-5F32-6B7C-4E0EA7796D99}"/>
          </ac:spMkLst>
        </pc:spChg>
        <pc:spChg chg="add del">
          <ac:chgData name="Tejashri Bhilare" userId="d8ebae3cec6b6fcc" providerId="LiveId" clId="{14647C58-E5B4-4EA0-83B3-360E26B9BCC7}" dt="2025-02-04T05:15:42.348" v="42"/>
          <ac:spMkLst>
            <pc:docMk/>
            <pc:sldMk cId="3123190579" sldId="261"/>
            <ac:spMk id="13" creationId="{ADE57300-C7FF-4578-99A0-42B0295B123C}"/>
          </ac:spMkLst>
        </pc:spChg>
        <pc:spChg chg="add del">
          <ac:chgData name="Tejashri Bhilare" userId="d8ebae3cec6b6fcc" providerId="LiveId" clId="{14647C58-E5B4-4EA0-83B3-360E26B9BCC7}" dt="2025-02-04T05:15:42.348" v="42"/>
          <ac:spMkLst>
            <pc:docMk/>
            <pc:sldMk cId="3123190579" sldId="261"/>
            <ac:spMk id="15" creationId="{DB8F8250-7A81-4A19-87AD-FFB2CE4E39A5}"/>
          </ac:spMkLst>
        </pc:spChg>
        <pc:spChg chg="add del">
          <ac:chgData name="Tejashri Bhilare" userId="d8ebae3cec6b6fcc" providerId="LiveId" clId="{14647C58-E5B4-4EA0-83B3-360E26B9BCC7}" dt="2025-02-04T05:15:42.348" v="42"/>
          <ac:spMkLst>
            <pc:docMk/>
            <pc:sldMk cId="3123190579" sldId="261"/>
            <ac:spMk id="17" creationId="{499F38FC-2DEA-2647-C409-EF75720C1017}"/>
          </ac:spMkLst>
        </pc:spChg>
        <pc:spChg chg="add del">
          <ac:chgData name="Tejashri Bhilare" userId="d8ebae3cec6b6fcc" providerId="LiveId" clId="{14647C58-E5B4-4EA0-83B3-360E26B9BCC7}" dt="2025-02-04T05:15:42.348" v="42"/>
          <ac:spMkLst>
            <pc:docMk/>
            <pc:sldMk cId="3123190579" sldId="261"/>
            <ac:spMk id="19" creationId="{34C0330F-1D4F-4552-B799-615DD237B6DE}"/>
          </ac:spMkLst>
        </pc:spChg>
        <pc:spChg chg="add del">
          <ac:chgData name="Tejashri Bhilare" userId="d8ebae3cec6b6fcc" providerId="LiveId" clId="{14647C58-E5B4-4EA0-83B3-360E26B9BCC7}" dt="2025-02-04T05:15:42.348" v="42"/>
          <ac:spMkLst>
            <pc:docMk/>
            <pc:sldMk cId="3123190579" sldId="261"/>
            <ac:spMk id="21" creationId="{92BE0106-0C20-465B-A1BE-0BAC2737B1AD}"/>
          </ac:spMkLst>
        </pc:spChg>
        <pc:picChg chg="mod">
          <ac:chgData name="Tejashri Bhilare" userId="d8ebae3cec6b6fcc" providerId="LiveId" clId="{14647C58-E5B4-4EA0-83B3-360E26B9BCC7}" dt="2025-02-04T05:13:51.872" v="27" actId="26606"/>
          <ac:picMkLst>
            <pc:docMk/>
            <pc:sldMk cId="3123190579" sldId="261"/>
            <ac:picMk id="3" creationId="{9A744A8A-035C-F379-C839-66D0C5062C69}"/>
          </ac:picMkLst>
        </pc:picChg>
      </pc:sldChg>
      <pc:sldChg chg="addSp delSp modSp new mod">
        <pc:chgData name="Tejashri Bhilare" userId="d8ebae3cec6b6fcc" providerId="LiveId" clId="{14647C58-E5B4-4EA0-83B3-360E26B9BCC7}" dt="2025-02-04T05:13:11.002" v="22" actId="14100"/>
        <pc:sldMkLst>
          <pc:docMk/>
          <pc:sldMk cId="2304039296" sldId="262"/>
        </pc:sldMkLst>
        <pc:spChg chg="del mod">
          <ac:chgData name="Tejashri Bhilare" userId="d8ebae3cec6b6fcc" providerId="LiveId" clId="{14647C58-E5B4-4EA0-83B3-360E26B9BCC7}" dt="2025-02-04T05:13:00.778" v="18" actId="478"/>
          <ac:spMkLst>
            <pc:docMk/>
            <pc:sldMk cId="2304039296" sldId="262"/>
            <ac:spMk id="2" creationId="{A8505199-4339-49E8-8707-20517FE6F3EB}"/>
          </ac:spMkLst>
        </pc:spChg>
        <pc:spChg chg="mod">
          <ac:chgData name="Tejashri Bhilare" userId="d8ebae3cec6b6fcc" providerId="LiveId" clId="{14647C58-E5B4-4EA0-83B3-360E26B9BCC7}" dt="2025-02-04T05:13:08.735" v="21" actId="14100"/>
          <ac:spMkLst>
            <pc:docMk/>
            <pc:sldMk cId="2304039296" sldId="262"/>
            <ac:spMk id="3" creationId="{7A9E0D4C-88BB-E48E-0E72-6F765C09ADCF}"/>
          </ac:spMkLst>
        </pc:spChg>
        <pc:spChg chg="del">
          <ac:chgData name="Tejashri Bhilare" userId="d8ebae3cec6b6fcc" providerId="LiveId" clId="{14647C58-E5B4-4EA0-83B3-360E26B9BCC7}" dt="2025-02-04T05:12:38.711" v="14" actId="478"/>
          <ac:spMkLst>
            <pc:docMk/>
            <pc:sldMk cId="2304039296" sldId="262"/>
            <ac:spMk id="4" creationId="{5D115CD5-4DB2-F36F-62E5-499C242CCD53}"/>
          </ac:spMkLst>
        </pc:spChg>
        <pc:picChg chg="add mod">
          <ac:chgData name="Tejashri Bhilare" userId="d8ebae3cec6b6fcc" providerId="LiveId" clId="{14647C58-E5B4-4EA0-83B3-360E26B9BCC7}" dt="2025-02-04T05:13:11.002" v="22" actId="14100"/>
          <ac:picMkLst>
            <pc:docMk/>
            <pc:sldMk cId="2304039296" sldId="262"/>
            <ac:picMk id="5" creationId="{A148E8A5-27F3-73C4-DF2C-1F390566C76F}"/>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391A759-BFF8-4B5B-9ECE-D93AC303B331}" type="datetime1">
              <a:rPr lang="en-US" smtClean="0"/>
              <a:t>2/3/2025</a:t>
            </a:fld>
            <a:endParaRPr lang="en-US"/>
          </a:p>
        </p:txBody>
      </p:sp>
      <p:sp>
        <p:nvSpPr>
          <p:cNvPr id="5" name="Footer Placeholder 4"/>
          <p:cNvSpPr>
            <a:spLocks noGrp="1"/>
          </p:cNvSpPr>
          <p:nvPr>
            <p:ph type="ftr" sz="quarter" idx="11"/>
          </p:nvPr>
        </p:nvSpPr>
        <p:spPr>
          <a:xfrm>
            <a:off x="2416500" y="329307"/>
            <a:ext cx="4973915" cy="309201"/>
          </a:xfrm>
        </p:spPr>
        <p:txBody>
          <a:bodyPr/>
          <a:lstStyle/>
          <a:p>
            <a:endParaRPr lang="en-US" dirty="0"/>
          </a:p>
        </p:txBody>
      </p:sp>
      <p:sp>
        <p:nvSpPr>
          <p:cNvPr id="6" name="Slide Number Placeholder 5"/>
          <p:cNvSpPr>
            <a:spLocks noGrp="1"/>
          </p:cNvSpPr>
          <p:nvPr>
            <p:ph type="sldNum" sz="quarter" idx="12"/>
          </p:nvPr>
        </p:nvSpPr>
        <p:spPr>
          <a:xfrm>
            <a:off x="1437664" y="798973"/>
            <a:ext cx="811019" cy="503578"/>
          </a:xfrm>
        </p:spPr>
        <p:txBody>
          <a:bodyPr/>
          <a:lstStyle/>
          <a:p>
            <a:fld id="{DFDF98CC-160E-494C-8C3C-8CDC5FA257DE}" type="slidenum">
              <a:rPr lang="en-US" smtClean="0"/>
              <a:t>‹#›</a:t>
            </a:fld>
            <a:endParaRPr lang="en-US"/>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9327439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EBAB316-A2E6-49F2-825C-64AA951E4184}" type="datetime1">
              <a:rPr lang="en-US" smtClean="0"/>
              <a:t>2/3/2025</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FDF98CC-160E-494C-8C3C-8CDC5FA257DE}" type="slidenum">
              <a:rPr lang="en-US" smtClean="0"/>
              <a:t>‹#›</a:t>
            </a:fld>
            <a:endParaRPr lang="en-US"/>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844559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AE9748B-ADD6-4C5A-8C2A-A39721276E74}" type="datetime1">
              <a:rPr lang="en-US" smtClean="0"/>
              <a:t>2/3/2025</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FDF98CC-160E-494C-8C3C-8CDC5FA257DE}" type="slidenum">
              <a:rPr lang="en-US" smtClean="0"/>
              <a:t>‹#›</a:t>
            </a:fld>
            <a:endParaRPr lang="en-US"/>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8288255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241FB0F-3C5C-4949-B933-9C7E511ED094}" type="datetime1">
              <a:rPr lang="en-US" smtClean="0"/>
              <a:t>2/3/2025</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FDF98CC-160E-494C-8C3C-8CDC5FA257DE}" type="slidenum">
              <a:rPr lang="en-US" smtClean="0"/>
              <a:t>‹#›</a:t>
            </a:fld>
            <a:endParaRPr lang="en-US"/>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1641741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2F01D58-E949-4BCB-829A-BBF80E38D59C}" type="datetime1">
              <a:rPr lang="en-US" smtClean="0"/>
              <a:t>2/3/2025</a:t>
            </a:fld>
            <a:endParaRPr lang="en-US"/>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FDF98CC-160E-494C-8C3C-8CDC5FA257DE}" type="slidenum">
              <a:rPr lang="en-US" smtClean="0"/>
              <a:t>‹#›</a:t>
            </a:fld>
            <a:endParaRPr lang="en-US"/>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3544026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F10A846-0DA4-4D92-9BF1-DE8C52C1F4DF}" type="datetime1">
              <a:rPr lang="en-US" smtClean="0"/>
              <a:t>2/3/2025</a:t>
            </a:fld>
            <a:endParaRPr lang="en-US"/>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FDF98CC-160E-494C-8C3C-8CDC5FA257DE}" type="slidenum">
              <a:rPr lang="en-US" smtClean="0"/>
              <a:t>‹#›</a:t>
            </a:fld>
            <a:endParaRPr lang="en-US"/>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4276013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9412331-4A9C-472F-A7FA-968157338839}" type="datetime1">
              <a:rPr lang="en-US" smtClean="0"/>
              <a:t>2/3/2025</a:t>
            </a:fld>
            <a:endParaRPr lang="en-US"/>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FDF98CC-160E-494C-8C3C-8CDC5FA257DE}" type="slidenum">
              <a:rPr lang="en-US" smtClean="0"/>
              <a:t>‹#›</a:t>
            </a:fld>
            <a:endParaRPr lang="en-US"/>
          </a:p>
        </p:txBody>
      </p:sp>
    </p:spTree>
    <p:extLst>
      <p:ext uri="{BB962C8B-B14F-4D97-AF65-F5344CB8AC3E}">
        <p14:creationId xmlns:p14="http://schemas.microsoft.com/office/powerpoint/2010/main" val="39173832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2197F3D-ED52-43FD-A26D-318B71534485}" type="datetime1">
              <a:rPr lang="en-US" smtClean="0"/>
              <a:t>2/3/2025</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FDF98CC-160E-494C-8C3C-8CDC5FA257DE}" type="slidenum">
              <a:rPr lang="en-US" smtClean="0"/>
              <a:t>‹#›</a:t>
            </a:fld>
            <a:endParaRPr lang="en-US"/>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8054709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3D291FA4-6264-4BB8-B3B5-77711EED2D82}" type="datetime1">
              <a:rPr lang="en-US" smtClean="0"/>
              <a:t>2/3/2025</a:t>
            </a:fld>
            <a:endParaRPr lang="en-US"/>
          </a:p>
        </p:txBody>
      </p:sp>
      <p:sp>
        <p:nvSpPr>
          <p:cNvPr id="6" name="Footer Placeholder 5"/>
          <p:cNvSpPr>
            <a:spLocks noGrp="1"/>
          </p:cNvSpPr>
          <p:nvPr>
            <p:ph type="ftr" sz="quarter" idx="11"/>
          </p:nvPr>
        </p:nvSpPr>
        <p:spPr>
          <a:xfrm>
            <a:off x="1447382" y="318640"/>
            <a:ext cx="5541004" cy="320931"/>
          </a:xfrm>
        </p:spPr>
        <p:txBody>
          <a:bodyPr/>
          <a:lstStyle/>
          <a:p>
            <a:endParaRPr lang="en-US" dirty="0"/>
          </a:p>
        </p:txBody>
      </p:sp>
      <p:sp>
        <p:nvSpPr>
          <p:cNvPr id="7" name="Slide Number Placeholder 6"/>
          <p:cNvSpPr>
            <a:spLocks noGrp="1"/>
          </p:cNvSpPr>
          <p:nvPr>
            <p:ph type="sldNum" sz="quarter" idx="12"/>
          </p:nvPr>
        </p:nvSpPr>
        <p:spPr/>
        <p:txBody>
          <a:bodyPr/>
          <a:lstStyle/>
          <a:p>
            <a:fld id="{DFDF98CC-160E-494C-8C3C-8CDC5FA257DE}" type="slidenum">
              <a:rPr lang="en-US" smtClean="0"/>
              <a:t>‹#›</a:t>
            </a:fld>
            <a:endParaRPr lang="en-US"/>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2841308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DFDF398-5DA3-4937-BE3F-7CA1B9158252}" type="datetime1">
              <a:rPr lang="en-US" smtClean="0"/>
              <a:t>2/3/2025</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FDF98CC-160E-494C-8C3C-8CDC5FA257DE}" type="slidenum">
              <a:rPr lang="en-US" smtClean="0"/>
              <a:t>‹#›</a:t>
            </a:fld>
            <a:endParaRPr lang="en-US"/>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2826242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F191ED9-F929-4A92-90F9-3C9C84ABBE83}" type="datetime1">
              <a:rPr lang="en-US" smtClean="0"/>
              <a:t>2/3/2025</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FDF98CC-160E-494C-8C3C-8CDC5FA257DE}" type="slidenum">
              <a:rPr lang="en-US" smtClean="0"/>
              <a:t>‹#›</a:t>
            </a:fld>
            <a:endParaRPr lang="en-US"/>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4529391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E7F6A1D9-D323-4F4E-8655-25E2D32CE742}" type="datetime1">
              <a:rPr lang="en-US" smtClean="0"/>
              <a:t>2/3/2025</a:t>
            </a:fld>
            <a:endParaRPr lang="en-US"/>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DFDF98CC-160E-494C-8C3C-8CDC5FA257DE}" type="slidenum">
              <a:rPr lang="en-US" smtClean="0"/>
              <a:pPr/>
              <a:t>‹#›</a:t>
            </a:fld>
            <a:endParaRPr lang="en-US" dirty="0"/>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73299524"/>
      </p:ext>
    </p:extLst>
  </p:cSld>
  <p:clrMap bg1="lt1" tx1="dk1" bg2="lt2" tx2="dk2" accent1="accent1" accent2="accent2" accent3="accent3" accent4="accent4" accent5="accent5" accent6="accent6" hlink="hlink" folHlink="folHlink"/>
  <p:sldLayoutIdLst>
    <p:sldLayoutId id="2147483711" r:id="rId1"/>
    <p:sldLayoutId id="2147483712" r:id="rId2"/>
    <p:sldLayoutId id="2147483713" r:id="rId3"/>
    <p:sldLayoutId id="2147483714" r:id="rId4"/>
    <p:sldLayoutId id="2147483715" r:id="rId5"/>
    <p:sldLayoutId id="2147483716" r:id="rId6"/>
    <p:sldLayoutId id="2147483717" r:id="rId7"/>
    <p:sldLayoutId id="2147483718" r:id="rId8"/>
    <p:sldLayoutId id="2147483719" r:id="rId9"/>
    <p:sldLayoutId id="2147483720" r:id="rId10"/>
    <p:sldLayoutId id="2147483721" r:id="rId11"/>
  </p:sldLayoutIdLst>
  <p:hf sldNum="0" hdr="0" ftr="0" dt="0"/>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p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descr="Colorful liquid art">
            <a:extLst>
              <a:ext uri="{FF2B5EF4-FFF2-40B4-BE49-F238E27FC236}">
                <a16:creationId xmlns:a16="http://schemas.microsoft.com/office/drawing/2014/main" id="{25BC31B4-B8D6-5F6D-68D3-CC962244F10C}"/>
              </a:ext>
            </a:extLst>
          </p:cNvPr>
          <p:cNvPicPr>
            <a:picLocks noChangeAspect="1"/>
          </p:cNvPicPr>
          <p:nvPr/>
        </p:nvPicPr>
        <p:blipFill>
          <a:blip r:embed="rId2">
            <a:alphaModFix amt="40000"/>
          </a:blip>
          <a:srcRect t="9708" b="9935"/>
          <a:stretch/>
        </p:blipFill>
        <p:spPr>
          <a:xfrm>
            <a:off x="-2" y="-4"/>
            <a:ext cx="12192001" cy="6858001"/>
          </a:xfrm>
          <a:prstGeom prst="rect">
            <a:avLst/>
          </a:prstGeom>
        </p:spPr>
      </p:pic>
      <p:sp>
        <p:nvSpPr>
          <p:cNvPr id="2" name="Title 1">
            <a:extLst>
              <a:ext uri="{FF2B5EF4-FFF2-40B4-BE49-F238E27FC236}">
                <a16:creationId xmlns:a16="http://schemas.microsoft.com/office/drawing/2014/main" id="{9C0EDAC9-0103-BA84-537A-F87CB56301BC}"/>
              </a:ext>
            </a:extLst>
          </p:cNvPr>
          <p:cNvSpPr>
            <a:spLocks noGrp="1"/>
          </p:cNvSpPr>
          <p:nvPr>
            <p:ph type="ctrTitle"/>
          </p:nvPr>
        </p:nvSpPr>
        <p:spPr>
          <a:xfrm>
            <a:off x="517870" y="978408"/>
            <a:ext cx="5021182" cy="2334248"/>
          </a:xfrm>
        </p:spPr>
        <p:txBody>
          <a:bodyPr anchor="t">
            <a:normAutofit fontScale="90000"/>
          </a:bodyPr>
          <a:lstStyle/>
          <a:p>
            <a:r>
              <a:rPr lang="en-US">
                <a:solidFill>
                  <a:srgbClr val="FFFFFF"/>
                </a:solidFill>
              </a:rPr>
              <a:t>Dashboard Kia - Hundai Theft</a:t>
            </a:r>
          </a:p>
        </p:txBody>
      </p:sp>
    </p:spTree>
    <p:extLst>
      <p:ext uri="{BB962C8B-B14F-4D97-AF65-F5344CB8AC3E}">
        <p14:creationId xmlns:p14="http://schemas.microsoft.com/office/powerpoint/2010/main" val="687121082"/>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Content Placeholder 16">
            <a:extLst>
              <a:ext uri="{FF2B5EF4-FFF2-40B4-BE49-F238E27FC236}">
                <a16:creationId xmlns:a16="http://schemas.microsoft.com/office/drawing/2014/main" id="{568ADF10-EEA4-89CC-E225-D94656AC81E1}"/>
              </a:ext>
            </a:extLst>
          </p:cNvPr>
          <p:cNvSpPr>
            <a:spLocks noGrp="1"/>
          </p:cNvSpPr>
          <p:nvPr>
            <p:ph idx="1"/>
          </p:nvPr>
        </p:nvSpPr>
        <p:spPr>
          <a:xfrm>
            <a:off x="6135624" y="2578608"/>
            <a:ext cx="5513832" cy="3767328"/>
          </a:xfrm>
        </p:spPr>
        <p:txBody>
          <a:bodyPr>
            <a:normAutofit/>
          </a:bodyPr>
          <a:lstStyle/>
          <a:p>
            <a:r>
              <a:rPr lang="en-US" sz="1800" b="1" i="1" kern="100" dirty="0">
                <a:effectLst/>
                <a:latin typeface="Times New Roman" panose="02020603050405020304" pitchFamily="18" charset="0"/>
                <a:ea typeface="Calibri" panose="020F0502020204030204" pitchFamily="34" charset="0"/>
                <a:cs typeface="Times New Roman" panose="02020603050405020304" pitchFamily="18" charset="0"/>
              </a:rPr>
              <a:t>"When it comes to car thefts, not all vehicles are targeted equally. This chart breaks down the thefts between Kia and Hyundai, revealing which brand is more vulnerable. If you own one of these cars, knowing where your vehicle stands can help you take the right precautions!"</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sz="1800" dirty="0"/>
          </a:p>
        </p:txBody>
      </p:sp>
      <p:pic>
        <p:nvPicPr>
          <p:cNvPr id="5" name="Content Placeholder 4" descr="A diagram of a brand&#10;&#10;Description automatically generated">
            <a:extLst>
              <a:ext uri="{FF2B5EF4-FFF2-40B4-BE49-F238E27FC236}">
                <a16:creationId xmlns:a16="http://schemas.microsoft.com/office/drawing/2014/main" id="{FC2E2112-1EB3-B0F3-0C6F-F4DEAD7399E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7867" y="1328428"/>
            <a:ext cx="4959823" cy="4197243"/>
          </a:xfrm>
          <a:prstGeom prst="rect">
            <a:avLst/>
          </a:prstGeom>
        </p:spPr>
      </p:pic>
    </p:spTree>
    <p:extLst>
      <p:ext uri="{BB962C8B-B14F-4D97-AF65-F5344CB8AC3E}">
        <p14:creationId xmlns:p14="http://schemas.microsoft.com/office/powerpoint/2010/main" val="9407311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Content Placeholder 4" descr="A graph of a number of colored bars&#10;&#10;Description automatically generated">
            <a:extLst>
              <a:ext uri="{FF2B5EF4-FFF2-40B4-BE49-F238E27FC236}">
                <a16:creationId xmlns:a16="http://schemas.microsoft.com/office/drawing/2014/main" id="{6D691C05-9AD1-E82C-1A3A-A34A2DA0C2A8}"/>
              </a:ext>
            </a:extLst>
          </p:cNvPr>
          <p:cNvPicPr>
            <a:picLocks noChangeAspect="1"/>
          </p:cNvPicPr>
          <p:nvPr/>
        </p:nvPicPr>
        <p:blipFill>
          <a:blip r:embed="rId2">
            <a:extLst>
              <a:ext uri="{28A0092B-C50C-407E-A947-70E740481C1C}">
                <a14:useLocalDpi xmlns:a14="http://schemas.microsoft.com/office/drawing/2010/main" val="0"/>
              </a:ext>
            </a:extLst>
          </a:blip>
          <a:srcRect l="17361" r="6" b="6"/>
          <a:stretch/>
        </p:blipFill>
        <p:spPr>
          <a:xfrm>
            <a:off x="5958018" y="508090"/>
            <a:ext cx="5709726" cy="5846989"/>
          </a:xfrm>
          <a:prstGeom prst="rect">
            <a:avLst/>
          </a:prstGeom>
        </p:spPr>
      </p:pic>
      <p:sp>
        <p:nvSpPr>
          <p:cNvPr id="24" name="Content Placeholder 23">
            <a:extLst>
              <a:ext uri="{FF2B5EF4-FFF2-40B4-BE49-F238E27FC236}">
                <a16:creationId xmlns:a16="http://schemas.microsoft.com/office/drawing/2014/main" id="{1AE70788-9EA0-1155-0D5B-7D90CE9C3543}"/>
              </a:ext>
            </a:extLst>
          </p:cNvPr>
          <p:cNvSpPr>
            <a:spLocks noGrp="1"/>
          </p:cNvSpPr>
          <p:nvPr>
            <p:ph idx="1"/>
          </p:nvPr>
        </p:nvSpPr>
        <p:spPr>
          <a:xfrm>
            <a:off x="517871" y="2578608"/>
            <a:ext cx="4672966" cy="3767328"/>
          </a:xfrm>
        </p:spPr>
        <p:txBody>
          <a:bodyPr>
            <a:normAutofit/>
          </a:bodyPr>
          <a:lstStyle/>
          <a:p>
            <a:r>
              <a:rPr lang="en-US" sz="1800" b="1" i="1" kern="100" dirty="0">
                <a:effectLst/>
                <a:latin typeface="Times New Roman" panose="02020603050405020304" pitchFamily="18" charset="0"/>
                <a:ea typeface="Calibri" panose="020F0502020204030204" pitchFamily="34" charset="0"/>
                <a:cs typeface="Times New Roman" panose="02020603050405020304" pitchFamily="18" charset="0"/>
              </a:rPr>
              <a:t>"Car theft isn’t just a national issue—it’s a local one. This chart tracks theft trends over time in different cities and states, showing where the problem is growing the fastest. If your city is on the rise, now is the time to act before it’s too late!"</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sz="1800" dirty="0"/>
          </a:p>
        </p:txBody>
      </p:sp>
    </p:spTree>
    <p:extLst>
      <p:ext uri="{BB962C8B-B14F-4D97-AF65-F5344CB8AC3E}">
        <p14:creationId xmlns:p14="http://schemas.microsoft.com/office/powerpoint/2010/main" val="3275531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148E8A5-27F3-73C4-DF2C-1F390566C76F}"/>
              </a:ext>
            </a:extLst>
          </p:cNvPr>
          <p:cNvPicPr>
            <a:picLocks noChangeAspect="1"/>
          </p:cNvPicPr>
          <p:nvPr/>
        </p:nvPicPr>
        <p:blipFill>
          <a:blip r:embed="rId2"/>
          <a:stretch>
            <a:fillRect/>
          </a:stretch>
        </p:blipFill>
        <p:spPr>
          <a:xfrm>
            <a:off x="262148" y="1589314"/>
            <a:ext cx="6413849" cy="4299422"/>
          </a:xfrm>
          <a:prstGeom prst="rect">
            <a:avLst/>
          </a:prstGeom>
        </p:spPr>
      </p:pic>
      <p:sp>
        <p:nvSpPr>
          <p:cNvPr id="3" name="Content Placeholder 2">
            <a:extLst>
              <a:ext uri="{FF2B5EF4-FFF2-40B4-BE49-F238E27FC236}">
                <a16:creationId xmlns:a16="http://schemas.microsoft.com/office/drawing/2014/main" id="{7A9E0D4C-88BB-E48E-0E72-6F765C09ADCF}"/>
              </a:ext>
            </a:extLst>
          </p:cNvPr>
          <p:cNvSpPr>
            <a:spLocks noGrp="1"/>
          </p:cNvSpPr>
          <p:nvPr>
            <p:ph sz="half" idx="1"/>
          </p:nvPr>
        </p:nvSpPr>
        <p:spPr>
          <a:xfrm>
            <a:off x="7663543" y="969264"/>
            <a:ext cx="3690257" cy="4919472"/>
          </a:xfrm>
        </p:spPr>
        <p:txBody>
          <a:bodyPr/>
          <a:lstStyle/>
          <a:p>
            <a:pPr marL="0" marR="0">
              <a:lnSpc>
                <a:spcPct val="107000"/>
              </a:lnSpc>
              <a:spcAft>
                <a:spcPts val="800"/>
              </a:spcAft>
            </a:pPr>
            <a:r>
              <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rPr>
              <a:t> Map Visualization – Where Are Thefts Happening the Most?</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Aft>
                <a:spcPts val="800"/>
              </a:spcAft>
            </a:pPr>
            <a:r>
              <a:rPr lang="en-US" sz="1800" b="1" i="1" kern="100" dirty="0">
                <a:effectLst/>
                <a:latin typeface="Times New Roman" panose="02020603050405020304" pitchFamily="18" charset="0"/>
                <a:ea typeface="Calibri" panose="020F0502020204030204" pitchFamily="34" charset="0"/>
                <a:cs typeface="Times New Roman" panose="02020603050405020304" pitchFamily="18" charset="0"/>
              </a:rPr>
              <a:t>"Car theft hotspots exist, and this map pinpoints where they are. Whether you're parking in these areas or just passing through, knowing the high-risk zones can help you stay alert and keep your vehicle safe!"</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23040392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84C75E2B-CACA-478C-B26B-182AF87A18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11" name="Picture 10">
            <a:extLst>
              <a:ext uri="{FF2B5EF4-FFF2-40B4-BE49-F238E27FC236}">
                <a16:creationId xmlns:a16="http://schemas.microsoft.com/office/drawing/2014/main" id="{50FF2874-547C-4D14-9E18-28B19002FB8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cxnSp>
        <p:nvCxnSpPr>
          <p:cNvPr id="13" name="Straight Connector 12">
            <a:extLst>
              <a:ext uri="{FF2B5EF4-FFF2-40B4-BE49-F238E27FC236}">
                <a16:creationId xmlns:a16="http://schemas.microsoft.com/office/drawing/2014/main" id="{36CF827D-A163-47F7-BD87-34EB4FA7D69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299D9A9-1DA8-433D-A9BC-FB48D93D421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 useBgFill="1">
        <p:nvSpPr>
          <p:cNvPr id="17" name="Rectangle 16">
            <a:extLst>
              <a:ext uri="{FF2B5EF4-FFF2-40B4-BE49-F238E27FC236}">
                <a16:creationId xmlns:a16="http://schemas.microsoft.com/office/drawing/2014/main" id="{BB09D7A2-7AF4-47EF-AFFF-DD7B285D69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47D37C61-77C0-4FB5-8D20-8E995DBDA3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4" name="Title 3">
            <a:extLst>
              <a:ext uri="{FF2B5EF4-FFF2-40B4-BE49-F238E27FC236}">
                <a16:creationId xmlns:a16="http://schemas.microsoft.com/office/drawing/2014/main" id="{A56C9FB3-AB75-F245-9F29-5CED359F62FB}"/>
              </a:ext>
            </a:extLst>
          </p:cNvPr>
          <p:cNvSpPr>
            <a:spLocks noGrp="1"/>
          </p:cNvSpPr>
          <p:nvPr>
            <p:ph type="title"/>
          </p:nvPr>
        </p:nvSpPr>
        <p:spPr>
          <a:xfrm>
            <a:off x="7227582" y="1474970"/>
            <a:ext cx="3496796" cy="3152742"/>
          </a:xfrm>
        </p:spPr>
        <p:txBody>
          <a:bodyPr vert="horz" lIns="91440" tIns="45720" rIns="91440" bIns="45720" rtlCol="0" anchor="ctr">
            <a:normAutofit/>
          </a:bodyPr>
          <a:lstStyle/>
          <a:p>
            <a:r>
              <a:rPr lang="en-US" sz="1800"/>
              <a:t>"Are Kia and Hyundai thefts really that bad, or is this just media hype? This chart puts the numbers into perspective by comparing thefts of these brands to other popular cars. The results might shock you—some cars are just much easier targets!"</a:t>
            </a:r>
            <a:br>
              <a:rPr lang="en-US" sz="1800"/>
            </a:br>
            <a:endParaRPr lang="en-US" sz="1800"/>
          </a:p>
        </p:txBody>
      </p:sp>
      <p:grpSp>
        <p:nvGrpSpPr>
          <p:cNvPr id="21" name="Group 20">
            <a:extLst>
              <a:ext uri="{FF2B5EF4-FFF2-40B4-BE49-F238E27FC236}">
                <a16:creationId xmlns:a16="http://schemas.microsoft.com/office/drawing/2014/main" id="{4717C442-118A-41E1-BEDA-5085A9833E9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32238" y="482170"/>
            <a:ext cx="6104330" cy="5149101"/>
            <a:chOff x="7463259" y="583365"/>
            <a:chExt cx="6104330" cy="5181928"/>
          </a:xfrm>
        </p:grpSpPr>
        <p:sp>
          <p:nvSpPr>
            <p:cNvPr id="22" name="Rectangle 21">
              <a:extLst>
                <a:ext uri="{FF2B5EF4-FFF2-40B4-BE49-F238E27FC236}">
                  <a16:creationId xmlns:a16="http://schemas.microsoft.com/office/drawing/2014/main" id="{67F41FFC-3419-484D-810A-AD720CD7B2D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463259" y="583365"/>
              <a:ext cx="6104330" cy="5181928"/>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63191118-AA30-4C30-B6D1-3A7D636BFB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76318" y="915807"/>
              <a:ext cx="5471354" cy="4494927"/>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pic>
        <p:nvPicPr>
          <p:cNvPr id="3" name="Picture 2" descr="A graph of blue and red bars&#10;&#10;Description automatically generated">
            <a:extLst>
              <a:ext uri="{FF2B5EF4-FFF2-40B4-BE49-F238E27FC236}">
                <a16:creationId xmlns:a16="http://schemas.microsoft.com/office/drawing/2014/main" id="{9C776DF8-9033-75E2-2B28-420CAA69B0F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71222" y="1176940"/>
            <a:ext cx="4825148" cy="3744979"/>
          </a:xfrm>
          <a:prstGeom prst="rect">
            <a:avLst/>
          </a:prstGeom>
        </p:spPr>
      </p:pic>
      <p:pic>
        <p:nvPicPr>
          <p:cNvPr id="25" name="Picture 24">
            <a:extLst>
              <a:ext uri="{FF2B5EF4-FFF2-40B4-BE49-F238E27FC236}">
                <a16:creationId xmlns:a16="http://schemas.microsoft.com/office/drawing/2014/main" id="{72DDAF42-061F-484B-92E1-21F5D083F00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cxnSp>
        <p:nvCxnSpPr>
          <p:cNvPr id="27" name="Straight Connector 26">
            <a:extLst>
              <a:ext uri="{FF2B5EF4-FFF2-40B4-BE49-F238E27FC236}">
                <a16:creationId xmlns:a16="http://schemas.microsoft.com/office/drawing/2014/main" id="{A11FFE8A-5450-4340-A14D-75506E8FEA1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329454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Picture 2" descr="A screenshot of a map">
            <a:extLst>
              <a:ext uri="{FF2B5EF4-FFF2-40B4-BE49-F238E27FC236}">
                <a16:creationId xmlns:a16="http://schemas.microsoft.com/office/drawing/2014/main" id="{9A744A8A-035C-F379-C839-66D0C5062C69}"/>
              </a:ext>
            </a:extLst>
          </p:cNvPr>
          <p:cNvPicPr>
            <a:picLocks noChangeAspect="1"/>
          </p:cNvPicPr>
          <p:nvPr/>
        </p:nvPicPr>
        <p:blipFill>
          <a:blip r:embed="rId2">
            <a:extLst>
              <a:ext uri="{28A0092B-C50C-407E-A947-70E740481C1C}">
                <a14:useLocalDpi xmlns:a14="http://schemas.microsoft.com/office/drawing/2010/main" val="0"/>
              </a:ext>
            </a:extLst>
          </a:blip>
          <a:srcRect l="10891" r="6594" b="1"/>
          <a:stretch/>
        </p:blipFill>
        <p:spPr>
          <a:xfrm>
            <a:off x="5958018" y="508090"/>
            <a:ext cx="5709726" cy="5846989"/>
          </a:xfrm>
          <a:prstGeom prst="rect">
            <a:avLst/>
          </a:prstGeom>
        </p:spPr>
      </p:pic>
      <p:sp>
        <p:nvSpPr>
          <p:cNvPr id="8" name="Text Placeholder 7">
            <a:extLst>
              <a:ext uri="{FF2B5EF4-FFF2-40B4-BE49-F238E27FC236}">
                <a16:creationId xmlns:a16="http://schemas.microsoft.com/office/drawing/2014/main" id="{B383C4AB-BB23-5F32-6B7C-4E0EA7796D99}"/>
              </a:ext>
            </a:extLst>
          </p:cNvPr>
          <p:cNvSpPr>
            <a:spLocks noGrp="1"/>
          </p:cNvSpPr>
          <p:nvPr>
            <p:ph type="body" sz="half" idx="2"/>
          </p:nvPr>
        </p:nvSpPr>
        <p:spPr>
          <a:xfrm>
            <a:off x="524256" y="1707751"/>
            <a:ext cx="4672966" cy="3767328"/>
          </a:xfrm>
        </p:spPr>
        <p:txBody>
          <a:bodyPr vert="horz" lIns="91440" tIns="45720" rIns="91440" bIns="45720" rtlCol="0">
            <a:normAutofit/>
          </a:bodyPr>
          <a:lstStyle/>
          <a:p>
            <a:r>
              <a:rPr lang="en-US" sz="1800" b="1" i="1" kern="100" dirty="0">
                <a:effectLst/>
                <a:latin typeface="Times New Roman" panose="02020603050405020304" pitchFamily="18" charset="0"/>
                <a:ea typeface="Calibri" panose="020F0502020204030204" pitchFamily="34" charset="0"/>
                <a:cs typeface="Times New Roman" panose="02020603050405020304" pitchFamily="18" charset="0"/>
              </a:rPr>
              <a:t>"Not all Kia and Hyundai models are stolen at the same rate, and some cities are facing a bigger crisis than others. This visualization highlights the worst-hit areas and the specific models that thieves are targeting the most. Does your car make the list? If so, it’s time to boost your security!"</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sz="1800" dirty="0"/>
          </a:p>
        </p:txBody>
      </p:sp>
    </p:spTree>
    <p:extLst>
      <p:ext uri="{BB962C8B-B14F-4D97-AF65-F5344CB8AC3E}">
        <p14:creationId xmlns:p14="http://schemas.microsoft.com/office/powerpoint/2010/main" val="3123190579"/>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docProps/app.xml><?xml version="1.0" encoding="utf-8"?>
<Properties xmlns="http://schemas.openxmlformats.org/officeDocument/2006/extended-properties" xmlns:vt="http://schemas.openxmlformats.org/officeDocument/2006/docPropsVTypes">
  <Template>Gallery</Template>
  <TotalTime>8</TotalTime>
  <Words>274</Words>
  <Application>Microsoft Office PowerPoint</Application>
  <PresentationFormat>Widescreen</PresentationFormat>
  <Paragraphs>7</Paragraphs>
  <Slides>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Arial</vt:lpstr>
      <vt:lpstr>Calibri</vt:lpstr>
      <vt:lpstr>Gill Sans MT</vt:lpstr>
      <vt:lpstr>Times New Roman</vt:lpstr>
      <vt:lpstr>Gallery</vt:lpstr>
      <vt:lpstr>Dashboard Kia - Hundai Theft</vt:lpstr>
      <vt:lpstr>PowerPoint Presentation</vt:lpstr>
      <vt:lpstr>PowerPoint Presentation</vt:lpstr>
      <vt:lpstr>PowerPoint Presentation</vt:lpstr>
      <vt:lpstr>"Are Kia and Hyundai thefts really that bad, or is this just media hype? This chart puts the numbers into perspective by comparing thefts of these brands to other popular cars. The results might shock you—some cars are just much easier targets!"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Tejashri Bhilare</dc:creator>
  <cp:lastModifiedBy>Tejashri Bhilare</cp:lastModifiedBy>
  <cp:revision>1</cp:revision>
  <dcterms:created xsi:type="dcterms:W3CDTF">2025-02-04T05:05:39Z</dcterms:created>
  <dcterms:modified xsi:type="dcterms:W3CDTF">2025-02-04T05:16:00Z</dcterms:modified>
</cp:coreProperties>
</file>