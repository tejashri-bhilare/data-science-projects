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February 19,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03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February 19,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17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Wednesday, February 19,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42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Wednesday, February 19,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8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Wednesday, February 19, 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71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Wednesday, February 19,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3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Wednesday, February 19,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Wednesday, February 19,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Wednesday, February 19,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0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Wednesday, February 19,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89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Wednesday, February 19,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1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February 19,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190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F57220-B3BC-40FE-9FA8-28584D25C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D606B-6B79-EE2F-43FD-7DDE5E391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000" y="226800"/>
            <a:ext cx="4719600" cy="2986300"/>
          </a:xfrm>
        </p:spPr>
        <p:txBody>
          <a:bodyPr anchor="t">
            <a:normAutofit/>
          </a:bodyPr>
          <a:lstStyle/>
          <a:p>
            <a:r>
              <a:rPr lang="en-US"/>
              <a:t>Lottery Numbers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62CD6F-E89D-4CC2-BA38-20EB86002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6000" y="450000"/>
            <a:ext cx="0" cy="2772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bstract smoke background">
            <a:extLst>
              <a:ext uri="{FF2B5EF4-FFF2-40B4-BE49-F238E27FC236}">
                <a16:creationId xmlns:a16="http://schemas.microsoft.com/office/drawing/2014/main" id="{AA55E944-D52C-86ED-D652-F9C3FDC0F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58" b="32049"/>
          <a:stretch/>
        </p:blipFill>
        <p:spPr>
          <a:xfrm>
            <a:off x="450000" y="3639600"/>
            <a:ext cx="10843200" cy="27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8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4F3E31-BD5A-8652-13E6-8F54AC988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68" r="1" b="5241"/>
          <a:stretch/>
        </p:blipFill>
        <p:spPr>
          <a:xfrm>
            <a:off x="442912" y="442800"/>
            <a:ext cx="10850287" cy="59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9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29927C-7804-F48C-CDA8-02C0963E7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60" b="12428"/>
          <a:stretch/>
        </p:blipFill>
        <p:spPr>
          <a:xfrm>
            <a:off x="20" y="1"/>
            <a:ext cx="12191980" cy="594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6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3E93FC-0445-7527-4FDE-F927DDBB8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6609"/>
          <a:stretch/>
        </p:blipFill>
        <p:spPr>
          <a:xfrm>
            <a:off x="442912" y="442800"/>
            <a:ext cx="10850287" cy="59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A8236B-19BB-30A4-5C79-83E7F83E5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9" b="17364"/>
          <a:stretch/>
        </p:blipFill>
        <p:spPr>
          <a:xfrm>
            <a:off x="20" y="1"/>
            <a:ext cx="12191980" cy="594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6A1E7D3E-12AA-F582-51FC-5BBD42A2C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22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3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5B98C4-8977-178E-C302-D1D433442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53" b="21774"/>
          <a:stretch/>
        </p:blipFill>
        <p:spPr>
          <a:xfrm>
            <a:off x="20" y="1"/>
            <a:ext cx="12191980" cy="594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6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A859DD-A7D2-EB0F-DBF2-95D68912D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4" b="18048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1057D9-F62E-4229-B6F5-CF6A31FC5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58000"/>
            <a:ext cx="12192000" cy="900000"/>
          </a:xfrm>
          <a:prstGeom prst="rect">
            <a:avLst/>
          </a:prstGeom>
          <a:solidFill>
            <a:schemeClr val="bg2">
              <a:alpha val="60000"/>
            </a:schemeClr>
          </a:solidFill>
          <a:ln w="1079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940833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ource Sans Pro Light"/>
        <a:ea typeface=""/>
        <a:cs typeface=""/>
      </a:majorFont>
      <a:minorFont>
        <a:latin typeface="Source Sans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 Light</vt:lpstr>
      <vt:lpstr>Source Sans Pro</vt:lpstr>
      <vt:lpstr>Source Sans Pro Light</vt:lpstr>
      <vt:lpstr>ThinLineVTI</vt:lpstr>
      <vt:lpstr>Lottery Numbers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Tejashri Bhilare</dc:creator>
  <cp:lastModifiedBy>Tejashri Bhilare</cp:lastModifiedBy>
  <cp:revision>1</cp:revision>
  <dcterms:created xsi:type="dcterms:W3CDTF">2025-02-19T08:17:01Z</dcterms:created>
  <dcterms:modified xsi:type="dcterms:W3CDTF">2025-02-19T08:19:26Z</dcterms:modified>
</cp:coreProperties>
</file>