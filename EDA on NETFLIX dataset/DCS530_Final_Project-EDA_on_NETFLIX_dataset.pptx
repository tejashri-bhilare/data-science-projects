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3.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sldIdLst>
    <p:sldId id="285" r:id="rId5"/>
    <p:sldId id="284" r:id="rId6"/>
    <p:sldId id="264" r:id="rId7"/>
    <p:sldId id="262" r:id="rId8"/>
    <p:sldId id="263" r:id="rId9"/>
    <p:sldId id="265" r:id="rId10"/>
    <p:sldId id="286" r:id="rId11"/>
    <p:sldId id="283" r:id="rId12"/>
    <p:sldId id="266" r:id="rId13"/>
    <p:sldId id="267" r:id="rId14"/>
    <p:sldId id="268" r:id="rId15"/>
    <p:sldId id="269" r:id="rId16"/>
    <p:sldId id="270" r:id="rId17"/>
    <p:sldId id="271" r:id="rId18"/>
    <p:sldId id="272" r:id="rId19"/>
    <p:sldId id="273" r:id="rId20"/>
    <p:sldId id="274" r:id="rId21"/>
    <p:sldId id="275" r:id="rId22"/>
    <p:sldId id="278" r:id="rId23"/>
    <p:sldId id="276" r:id="rId24"/>
    <p:sldId id="277" r:id="rId25"/>
    <p:sldId id="279" r:id="rId26"/>
    <p:sldId id="280" r:id="rId27"/>
    <p:sldId id="282"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7F1"/>
    <a:srgbClr val="344529"/>
    <a:srgbClr val="2B3922"/>
    <a:srgbClr val="2E3722"/>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74CA40-3E8F-4625-BBD5-FB06CA7B2156}" v="36" dt="2024-03-02T06:38:58.8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3" d="100"/>
          <a:sy n="63" d="100"/>
        </p:scale>
        <p:origin x="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hri Bhilare" userId="d8ebae3cec6b6fcc" providerId="LiveId" clId="{1A74CA40-3E8F-4625-BBD5-FB06CA7B2156}"/>
    <pc:docChg chg="undo custSel addSld delSld modSld sldOrd">
      <pc:chgData name="Tejashri Bhilare" userId="d8ebae3cec6b6fcc" providerId="LiveId" clId="{1A74CA40-3E8F-4625-BBD5-FB06CA7B2156}" dt="2024-03-02T06:48:51.309" v="488" actId="14100"/>
      <pc:docMkLst>
        <pc:docMk/>
      </pc:docMkLst>
      <pc:sldChg chg="delSp modSp del mod setBg delDesignElem">
        <pc:chgData name="Tejashri Bhilare" userId="d8ebae3cec6b6fcc" providerId="LiveId" clId="{1A74CA40-3E8F-4625-BBD5-FB06CA7B2156}" dt="2024-03-02T06:25:47.162" v="137" actId="2696"/>
        <pc:sldMkLst>
          <pc:docMk/>
          <pc:sldMk cId="2584280759" sldId="257"/>
        </pc:sldMkLst>
        <pc:spChg chg="mod">
          <ac:chgData name="Tejashri Bhilare" userId="d8ebae3cec6b6fcc" providerId="LiveId" clId="{1A74CA40-3E8F-4625-BBD5-FB06CA7B2156}" dt="2024-03-02T06:24:13.575" v="97"/>
          <ac:spMkLst>
            <pc:docMk/>
            <pc:sldMk cId="2584280759" sldId="257"/>
            <ac:spMk id="3" creationId="{C8722DDC-8EEE-4A06-8DFE-B44871EAA2CF}"/>
          </ac:spMkLst>
        </pc:spChg>
        <pc:spChg chg="del">
          <ac:chgData name="Tejashri Bhilare" userId="d8ebae3cec6b6fcc" providerId="LiveId" clId="{1A74CA40-3E8F-4625-BBD5-FB06CA7B2156}" dt="2024-03-02T06:23:16.812" v="60"/>
          <ac:spMkLst>
            <pc:docMk/>
            <pc:sldMk cId="2584280759" sldId="257"/>
            <ac:spMk id="82" creationId="{2644B391-9BFE-445C-A9EC-F544BB85FBC7}"/>
          </ac:spMkLst>
        </pc:spChg>
        <pc:spChg chg="del">
          <ac:chgData name="Tejashri Bhilare" userId="d8ebae3cec6b6fcc" providerId="LiveId" clId="{1A74CA40-3E8F-4625-BBD5-FB06CA7B2156}" dt="2024-03-02T06:23:16.812" v="60"/>
          <ac:spMkLst>
            <pc:docMk/>
            <pc:sldMk cId="2584280759" sldId="257"/>
            <ac:spMk id="84" creationId="{80F26E69-87D9-4655-AE7B-280A87AA3CAD}"/>
          </ac:spMkLst>
        </pc:spChg>
      </pc:sldChg>
      <pc:sldChg chg="addSp delSp modSp mod setBg setClrOvrMap">
        <pc:chgData name="Tejashri Bhilare" userId="d8ebae3cec6b6fcc" providerId="LiveId" clId="{1A74CA40-3E8F-4625-BBD5-FB06CA7B2156}" dt="2024-03-02T06:36:38.147" v="294" actId="14100"/>
        <pc:sldMkLst>
          <pc:docMk/>
          <pc:sldMk cId="3765774314" sldId="262"/>
        </pc:sldMkLst>
        <pc:spChg chg="mod">
          <ac:chgData name="Tejashri Bhilare" userId="d8ebae3cec6b6fcc" providerId="LiveId" clId="{1A74CA40-3E8F-4625-BBD5-FB06CA7B2156}" dt="2024-03-02T06:36:31.406" v="291" actId="14100"/>
          <ac:spMkLst>
            <pc:docMk/>
            <pc:sldMk cId="3765774314" sldId="262"/>
            <ac:spMk id="2" creationId="{36790383-68B8-468A-8130-5BC4E0E0816D}"/>
          </ac:spMkLst>
        </pc:spChg>
        <pc:spChg chg="add del mod">
          <ac:chgData name="Tejashri Bhilare" userId="d8ebae3cec6b6fcc" providerId="LiveId" clId="{1A74CA40-3E8F-4625-BBD5-FB06CA7B2156}" dt="2024-03-02T06:36:21.646" v="290" actId="26606"/>
          <ac:spMkLst>
            <pc:docMk/>
            <pc:sldMk cId="3765774314" sldId="262"/>
            <ac:spMk id="3" creationId="{A07DD8C8-22F8-4EF2-8C21-1D76729D5AAB}"/>
          </ac:spMkLst>
        </pc:spChg>
        <pc:spChg chg="add del">
          <ac:chgData name="Tejashri Bhilare" userId="d8ebae3cec6b6fcc" providerId="LiveId" clId="{1A74CA40-3E8F-4625-BBD5-FB06CA7B2156}" dt="2024-03-02T06:35:57.590" v="279" actId="26606"/>
          <ac:spMkLst>
            <pc:docMk/>
            <pc:sldMk cId="3765774314" sldId="262"/>
            <ac:spMk id="9" creationId="{07EA7725-10B0-4B36-99AC-5A885C5F49D3}"/>
          </ac:spMkLst>
        </pc:spChg>
        <pc:spChg chg="add del">
          <ac:chgData name="Tejashri Bhilare" userId="d8ebae3cec6b6fcc" providerId="LiveId" clId="{1A74CA40-3E8F-4625-BBD5-FB06CA7B2156}" dt="2024-03-02T06:36:05.579" v="283" actId="26606"/>
          <ac:spMkLst>
            <pc:docMk/>
            <pc:sldMk cId="3765774314" sldId="262"/>
            <ac:spMk id="15" creationId="{07EA7725-10B0-4B36-99AC-5A885C5F49D3}"/>
          </ac:spMkLst>
        </pc:spChg>
        <pc:spChg chg="add del">
          <ac:chgData name="Tejashri Bhilare" userId="d8ebae3cec6b6fcc" providerId="LiveId" clId="{1A74CA40-3E8F-4625-BBD5-FB06CA7B2156}" dt="2024-03-02T06:36:21.605" v="289" actId="26606"/>
          <ac:spMkLst>
            <pc:docMk/>
            <pc:sldMk cId="3765774314" sldId="262"/>
            <ac:spMk id="21" creationId="{E5F91FFF-7686-4C0A-9723-69A088EBCD0F}"/>
          </ac:spMkLst>
        </pc:spChg>
        <pc:spChg chg="add del">
          <ac:chgData name="Tejashri Bhilare" userId="d8ebae3cec6b6fcc" providerId="LiveId" clId="{1A74CA40-3E8F-4625-BBD5-FB06CA7B2156}" dt="2024-03-02T06:36:21.605" v="289" actId="26606"/>
          <ac:spMkLst>
            <pc:docMk/>
            <pc:sldMk cId="3765774314" sldId="262"/>
            <ac:spMk id="22" creationId="{6302B71E-B872-450D-A583-E14732B3C04A}"/>
          </ac:spMkLst>
        </pc:spChg>
        <pc:graphicFrameChg chg="add del">
          <ac:chgData name="Tejashri Bhilare" userId="d8ebae3cec6b6fcc" providerId="LiveId" clId="{1A74CA40-3E8F-4625-BBD5-FB06CA7B2156}" dt="2024-03-02T06:36:08.358" v="285" actId="26606"/>
          <ac:graphicFrameMkLst>
            <pc:docMk/>
            <pc:sldMk cId="3765774314" sldId="262"/>
            <ac:graphicFrameMk id="17" creationId="{1C69CCA5-2A04-70D0-D0BB-4C8CB3008489}"/>
          </ac:graphicFrameMkLst>
        </pc:graphicFrameChg>
        <pc:graphicFrameChg chg="add del">
          <ac:chgData name="Tejashri Bhilare" userId="d8ebae3cec6b6fcc" providerId="LiveId" clId="{1A74CA40-3E8F-4625-BBD5-FB06CA7B2156}" dt="2024-03-02T06:36:14.256" v="287" actId="26606"/>
          <ac:graphicFrameMkLst>
            <pc:docMk/>
            <pc:sldMk cId="3765774314" sldId="262"/>
            <ac:graphicFrameMk id="19" creationId="{3E3C5714-D78C-1D86-C502-E807F5697E2D}"/>
          </ac:graphicFrameMkLst>
        </pc:graphicFrameChg>
        <pc:graphicFrameChg chg="add del">
          <ac:chgData name="Tejashri Bhilare" userId="d8ebae3cec6b6fcc" providerId="LiveId" clId="{1A74CA40-3E8F-4625-BBD5-FB06CA7B2156}" dt="2024-03-02T06:36:21.605" v="289" actId="26606"/>
          <ac:graphicFrameMkLst>
            <pc:docMk/>
            <pc:sldMk cId="3765774314" sldId="262"/>
            <ac:graphicFrameMk id="23" creationId="{588CCFC2-B4B0-0EA5-4539-A2F2726418A6}"/>
          </ac:graphicFrameMkLst>
        </pc:graphicFrameChg>
        <pc:graphicFrameChg chg="add mod">
          <ac:chgData name="Tejashri Bhilare" userId="d8ebae3cec6b6fcc" providerId="LiveId" clId="{1A74CA40-3E8F-4625-BBD5-FB06CA7B2156}" dt="2024-03-02T06:36:38.147" v="294" actId="14100"/>
          <ac:graphicFrameMkLst>
            <pc:docMk/>
            <pc:sldMk cId="3765774314" sldId="262"/>
            <ac:graphicFrameMk id="25" creationId="{0FED73F9-C321-5B10-0C47-F5C7B6DC77F7}"/>
          </ac:graphicFrameMkLst>
        </pc:graphicFrameChg>
        <pc:picChg chg="add del">
          <ac:chgData name="Tejashri Bhilare" userId="d8ebae3cec6b6fcc" providerId="LiveId" clId="{1A74CA40-3E8F-4625-BBD5-FB06CA7B2156}" dt="2024-03-02T06:35:57.590" v="279" actId="26606"/>
          <ac:picMkLst>
            <pc:docMk/>
            <pc:sldMk cId="3765774314" sldId="262"/>
            <ac:picMk id="5" creationId="{DE7A7FC5-D0D2-7410-53F0-4E8E28A2C13E}"/>
          </ac:picMkLst>
        </pc:picChg>
        <pc:picChg chg="add del">
          <ac:chgData name="Tejashri Bhilare" userId="d8ebae3cec6b6fcc" providerId="LiveId" clId="{1A74CA40-3E8F-4625-BBD5-FB06CA7B2156}" dt="2024-03-02T06:36:02.034" v="281" actId="26606"/>
          <ac:picMkLst>
            <pc:docMk/>
            <pc:sldMk cId="3765774314" sldId="262"/>
            <ac:picMk id="11" creationId="{2D5932F6-CC30-CEC8-077F-69B678C3A482}"/>
          </ac:picMkLst>
        </pc:picChg>
        <pc:picChg chg="add del">
          <ac:chgData name="Tejashri Bhilare" userId="d8ebae3cec6b6fcc" providerId="LiveId" clId="{1A74CA40-3E8F-4625-BBD5-FB06CA7B2156}" dt="2024-03-02T06:36:05.579" v="283" actId="26606"/>
          <ac:picMkLst>
            <pc:docMk/>
            <pc:sldMk cId="3765774314" sldId="262"/>
            <ac:picMk id="14" creationId="{DE7A7FC5-D0D2-7410-53F0-4E8E28A2C13E}"/>
          </ac:picMkLst>
        </pc:picChg>
        <pc:cxnChg chg="add del">
          <ac:chgData name="Tejashri Bhilare" userId="d8ebae3cec6b6fcc" providerId="LiveId" clId="{1A74CA40-3E8F-4625-BBD5-FB06CA7B2156}" dt="2024-03-02T06:36:02.034" v="281" actId="26606"/>
          <ac:cxnSpMkLst>
            <pc:docMk/>
            <pc:sldMk cId="3765774314" sldId="262"/>
            <ac:cxnSpMk id="12" creationId="{035B6751-4DEE-4DA5-96EC-EA28668BA57A}"/>
          </ac:cxnSpMkLst>
        </pc:cxnChg>
      </pc:sldChg>
      <pc:sldChg chg="addSp delSp modSp mod setBg setClrOvrMap">
        <pc:chgData name="Tejashri Bhilare" userId="d8ebae3cec6b6fcc" providerId="LiveId" clId="{1A74CA40-3E8F-4625-BBD5-FB06CA7B2156}" dt="2024-03-02T06:36:51.349" v="299" actId="26606"/>
        <pc:sldMkLst>
          <pc:docMk/>
          <pc:sldMk cId="2620568855" sldId="263"/>
        </pc:sldMkLst>
        <pc:spChg chg="mod">
          <ac:chgData name="Tejashri Bhilare" userId="d8ebae3cec6b6fcc" providerId="LiveId" clId="{1A74CA40-3E8F-4625-BBD5-FB06CA7B2156}" dt="2024-03-02T06:36:51.349" v="299" actId="26606"/>
          <ac:spMkLst>
            <pc:docMk/>
            <pc:sldMk cId="2620568855" sldId="263"/>
            <ac:spMk id="2" creationId="{53588C55-2485-452D-969F-02CE423DC0B0}"/>
          </ac:spMkLst>
        </pc:spChg>
        <pc:spChg chg="add del mod">
          <ac:chgData name="Tejashri Bhilare" userId="d8ebae3cec6b6fcc" providerId="LiveId" clId="{1A74CA40-3E8F-4625-BBD5-FB06CA7B2156}" dt="2024-03-02T06:36:51.349" v="299" actId="26606"/>
          <ac:spMkLst>
            <pc:docMk/>
            <pc:sldMk cId="2620568855" sldId="263"/>
            <ac:spMk id="3" creationId="{BDFCF0C8-006D-43ED-BCF7-E81F5B93D2FC}"/>
          </ac:spMkLst>
        </pc:spChg>
        <pc:spChg chg="add">
          <ac:chgData name="Tejashri Bhilare" userId="d8ebae3cec6b6fcc" providerId="LiveId" clId="{1A74CA40-3E8F-4625-BBD5-FB06CA7B2156}" dt="2024-03-02T06:36:51.349" v="299" actId="26606"/>
          <ac:spMkLst>
            <pc:docMk/>
            <pc:sldMk cId="2620568855" sldId="263"/>
            <ac:spMk id="11" creationId="{BDFCF0C8-006D-43ED-BCF7-E81F5B93D2FC}"/>
          </ac:spMkLst>
        </pc:spChg>
        <pc:graphicFrameChg chg="add del">
          <ac:chgData name="Tejashri Bhilare" userId="d8ebae3cec6b6fcc" providerId="LiveId" clId="{1A74CA40-3E8F-4625-BBD5-FB06CA7B2156}" dt="2024-03-02T06:36:50.157" v="296" actId="26606"/>
          <ac:graphicFrameMkLst>
            <pc:docMk/>
            <pc:sldMk cId="2620568855" sldId="263"/>
            <ac:graphicFrameMk id="5" creationId="{1B20FF4B-2B71-10FD-3EB9-96B75986B52F}"/>
          </ac:graphicFrameMkLst>
        </pc:graphicFrameChg>
        <pc:graphicFrameChg chg="add del">
          <ac:chgData name="Tejashri Bhilare" userId="d8ebae3cec6b6fcc" providerId="LiveId" clId="{1A74CA40-3E8F-4625-BBD5-FB06CA7B2156}" dt="2024-03-02T06:36:51.335" v="298" actId="26606"/>
          <ac:graphicFrameMkLst>
            <pc:docMk/>
            <pc:sldMk cId="2620568855" sldId="263"/>
            <ac:graphicFrameMk id="7" creationId="{5AB8E138-4E6F-0B49-F24B-D55561C720CA}"/>
          </ac:graphicFrameMkLst>
        </pc:graphicFrameChg>
        <pc:picChg chg="add">
          <ac:chgData name="Tejashri Bhilare" userId="d8ebae3cec6b6fcc" providerId="LiveId" clId="{1A74CA40-3E8F-4625-BBD5-FB06CA7B2156}" dt="2024-03-02T06:36:51.349" v="299" actId="26606"/>
          <ac:picMkLst>
            <pc:docMk/>
            <pc:sldMk cId="2620568855" sldId="263"/>
            <ac:picMk id="10" creationId="{28597EE7-5AAB-A5DC-24C8-2A65956CDCAC}"/>
          </ac:picMkLst>
        </pc:picChg>
        <pc:cxnChg chg="add">
          <ac:chgData name="Tejashri Bhilare" userId="d8ebae3cec6b6fcc" providerId="LiveId" clId="{1A74CA40-3E8F-4625-BBD5-FB06CA7B2156}" dt="2024-03-02T06:36:51.349" v="299" actId="26606"/>
          <ac:cxnSpMkLst>
            <pc:docMk/>
            <pc:sldMk cId="2620568855" sldId="263"/>
            <ac:cxnSpMk id="9" creationId="{035B6751-4DEE-4DA5-96EC-EA28668BA57A}"/>
          </ac:cxnSpMkLst>
        </pc:cxnChg>
      </pc:sldChg>
      <pc:sldChg chg="addSp delSp modSp mod setBg setClrOvrMap">
        <pc:chgData name="Tejashri Bhilare" userId="d8ebae3cec6b6fcc" providerId="LiveId" clId="{1A74CA40-3E8F-4625-BBD5-FB06CA7B2156}" dt="2024-03-02T06:35:43.920" v="277" actId="26606"/>
        <pc:sldMkLst>
          <pc:docMk/>
          <pc:sldMk cId="619184816" sldId="264"/>
        </pc:sldMkLst>
        <pc:spChg chg="mod">
          <ac:chgData name="Tejashri Bhilare" userId="d8ebae3cec6b6fcc" providerId="LiveId" clId="{1A74CA40-3E8F-4625-BBD5-FB06CA7B2156}" dt="2024-03-02T06:35:34.494" v="272" actId="26606"/>
          <ac:spMkLst>
            <pc:docMk/>
            <pc:sldMk cId="619184816" sldId="264"/>
            <ac:spMk id="2" creationId="{EC6189BC-AA40-4B30-995F-CE1F55490373}"/>
          </ac:spMkLst>
        </pc:spChg>
        <pc:spChg chg="add del mod">
          <ac:chgData name="Tejashri Bhilare" userId="d8ebae3cec6b6fcc" providerId="LiveId" clId="{1A74CA40-3E8F-4625-BBD5-FB06CA7B2156}" dt="2024-03-02T06:35:43.920" v="277" actId="26606"/>
          <ac:spMkLst>
            <pc:docMk/>
            <pc:sldMk cId="619184816" sldId="264"/>
            <ac:spMk id="3" creationId="{50A0871C-E96C-4A9E-9700-44E0D5C1E428}"/>
          </ac:spMkLst>
        </pc:spChg>
        <pc:spChg chg="add del">
          <ac:chgData name="Tejashri Bhilare" userId="d8ebae3cec6b6fcc" providerId="LiveId" clId="{1A74CA40-3E8F-4625-BBD5-FB06CA7B2156}" dt="2024-03-02T06:35:28.915" v="266" actId="26606"/>
          <ac:spMkLst>
            <pc:docMk/>
            <pc:sldMk cId="619184816" sldId="264"/>
            <ac:spMk id="8" creationId="{BC052280-388E-4151-A1EB-5236D4FCCA28}"/>
          </ac:spMkLst>
        </pc:spChg>
        <pc:spChg chg="add del">
          <ac:chgData name="Tejashri Bhilare" userId="d8ebae3cec6b6fcc" providerId="LiveId" clId="{1A74CA40-3E8F-4625-BBD5-FB06CA7B2156}" dt="2024-03-02T06:35:23.490" v="262" actId="26606"/>
          <ac:spMkLst>
            <pc:docMk/>
            <pc:sldMk cId="619184816" sldId="264"/>
            <ac:spMk id="9" creationId="{07EA7725-10B0-4B36-99AC-5A885C5F49D3}"/>
          </ac:spMkLst>
        </pc:spChg>
        <pc:spChg chg="add del">
          <ac:chgData name="Tejashri Bhilare" userId="d8ebae3cec6b6fcc" providerId="LiveId" clId="{1A74CA40-3E8F-4625-BBD5-FB06CA7B2156}" dt="2024-03-02T06:35:32.006" v="270" actId="26606"/>
          <ac:spMkLst>
            <pc:docMk/>
            <pc:sldMk cId="619184816" sldId="264"/>
            <ac:spMk id="15" creationId="{3BFBA67F-0D4D-4C2E-A1D7-82D080A4B3AD}"/>
          </ac:spMkLst>
        </pc:spChg>
        <pc:spChg chg="add del">
          <ac:chgData name="Tejashri Bhilare" userId="d8ebae3cec6b6fcc" providerId="LiveId" clId="{1A74CA40-3E8F-4625-BBD5-FB06CA7B2156}" dt="2024-03-02T06:35:32.006" v="270" actId="26606"/>
          <ac:spMkLst>
            <pc:docMk/>
            <pc:sldMk cId="619184816" sldId="264"/>
            <ac:spMk id="16" creationId="{EFA2AC96-1E47-421C-A03F-F98E354EB4E6}"/>
          </ac:spMkLst>
        </pc:spChg>
        <pc:spChg chg="add del">
          <ac:chgData name="Tejashri Bhilare" userId="d8ebae3cec6b6fcc" providerId="LiveId" clId="{1A74CA40-3E8F-4625-BBD5-FB06CA7B2156}" dt="2024-03-02T06:35:32.006" v="270" actId="26606"/>
          <ac:spMkLst>
            <pc:docMk/>
            <pc:sldMk cId="619184816" sldId="264"/>
            <ac:spMk id="17" creationId="{50A0871C-E96C-4A9E-9700-44E0D5C1E428}"/>
          </ac:spMkLst>
        </pc:spChg>
        <pc:graphicFrameChg chg="add del">
          <ac:chgData name="Tejashri Bhilare" userId="d8ebae3cec6b6fcc" providerId="LiveId" clId="{1A74CA40-3E8F-4625-BBD5-FB06CA7B2156}" dt="2024-03-02T06:35:30.737" v="268" actId="26606"/>
          <ac:graphicFrameMkLst>
            <pc:docMk/>
            <pc:sldMk cId="619184816" sldId="264"/>
            <ac:graphicFrameMk id="13" creationId="{CFC4260B-5C9E-06D9-4F10-CA11DBD7913A}"/>
          </ac:graphicFrameMkLst>
        </pc:graphicFrameChg>
        <pc:graphicFrameChg chg="add del">
          <ac:chgData name="Tejashri Bhilare" userId="d8ebae3cec6b6fcc" providerId="LiveId" clId="{1A74CA40-3E8F-4625-BBD5-FB06CA7B2156}" dt="2024-03-02T06:35:34.494" v="272" actId="26606"/>
          <ac:graphicFrameMkLst>
            <pc:docMk/>
            <pc:sldMk cId="619184816" sldId="264"/>
            <ac:graphicFrameMk id="19" creationId="{CFC4260B-5C9E-06D9-4F10-CA11DBD7913A}"/>
          </ac:graphicFrameMkLst>
        </pc:graphicFrameChg>
        <pc:graphicFrameChg chg="add del">
          <ac:chgData name="Tejashri Bhilare" userId="d8ebae3cec6b6fcc" providerId="LiveId" clId="{1A74CA40-3E8F-4625-BBD5-FB06CA7B2156}" dt="2024-03-02T06:35:42.436" v="274" actId="26606"/>
          <ac:graphicFrameMkLst>
            <pc:docMk/>
            <pc:sldMk cId="619184816" sldId="264"/>
            <ac:graphicFrameMk id="21" creationId="{92276DBC-F652-1297-1289-8F1BA79940D8}"/>
          </ac:graphicFrameMkLst>
        </pc:graphicFrameChg>
        <pc:graphicFrameChg chg="add del">
          <ac:chgData name="Tejashri Bhilare" userId="d8ebae3cec6b6fcc" providerId="LiveId" clId="{1A74CA40-3E8F-4625-BBD5-FB06CA7B2156}" dt="2024-03-02T06:35:43.876" v="276" actId="26606"/>
          <ac:graphicFrameMkLst>
            <pc:docMk/>
            <pc:sldMk cId="619184816" sldId="264"/>
            <ac:graphicFrameMk id="23" creationId="{55DDFBFF-AAEE-0F66-1F97-355633C66177}"/>
          </ac:graphicFrameMkLst>
        </pc:graphicFrameChg>
        <pc:graphicFrameChg chg="add">
          <ac:chgData name="Tejashri Bhilare" userId="d8ebae3cec6b6fcc" providerId="LiveId" clId="{1A74CA40-3E8F-4625-BBD5-FB06CA7B2156}" dt="2024-03-02T06:35:43.920" v="277" actId="26606"/>
          <ac:graphicFrameMkLst>
            <pc:docMk/>
            <pc:sldMk cId="619184816" sldId="264"/>
            <ac:graphicFrameMk id="25" creationId="{92276DBC-F652-1297-1289-8F1BA79940D8}"/>
          </ac:graphicFrameMkLst>
        </pc:graphicFrameChg>
        <pc:picChg chg="add del">
          <ac:chgData name="Tejashri Bhilare" userId="d8ebae3cec6b6fcc" providerId="LiveId" clId="{1A74CA40-3E8F-4625-BBD5-FB06CA7B2156}" dt="2024-03-02T06:35:23.490" v="262" actId="26606"/>
          <ac:picMkLst>
            <pc:docMk/>
            <pc:sldMk cId="619184816" sldId="264"/>
            <ac:picMk id="5" creationId="{E6E2299A-9674-F3F3-F6C6-CF1A96BD9EF2}"/>
          </ac:picMkLst>
        </pc:picChg>
        <pc:picChg chg="add del">
          <ac:chgData name="Tejashri Bhilare" userId="d8ebae3cec6b6fcc" providerId="LiveId" clId="{1A74CA40-3E8F-4625-BBD5-FB06CA7B2156}" dt="2024-03-02T06:35:27.822" v="264" actId="26606"/>
          <ac:picMkLst>
            <pc:docMk/>
            <pc:sldMk cId="619184816" sldId="264"/>
            <ac:picMk id="11" creationId="{E67DFFC3-4886-97EE-D38B-71DD5D0ABCB4}"/>
          </ac:picMkLst>
        </pc:picChg>
        <pc:cxnChg chg="add del">
          <ac:chgData name="Tejashri Bhilare" userId="d8ebae3cec6b6fcc" providerId="LiveId" clId="{1A74CA40-3E8F-4625-BBD5-FB06CA7B2156}" dt="2024-03-02T06:35:28.915" v="266" actId="26606"/>
          <ac:cxnSpMkLst>
            <pc:docMk/>
            <pc:sldMk cId="619184816" sldId="264"/>
            <ac:cxnSpMk id="10" creationId="{744251C3-E720-4363-8AF0-20AD319374F0}"/>
          </ac:cxnSpMkLst>
        </pc:cxnChg>
        <pc:cxnChg chg="add del">
          <ac:chgData name="Tejashri Bhilare" userId="d8ebae3cec6b6fcc" providerId="LiveId" clId="{1A74CA40-3E8F-4625-BBD5-FB06CA7B2156}" dt="2024-03-02T06:35:27.822" v="264" actId="26606"/>
          <ac:cxnSpMkLst>
            <pc:docMk/>
            <pc:sldMk cId="619184816" sldId="264"/>
            <ac:cxnSpMk id="12" creationId="{035B6751-4DEE-4DA5-96EC-EA28668BA57A}"/>
          </ac:cxnSpMkLst>
        </pc:cxnChg>
      </pc:sldChg>
      <pc:sldChg chg="addSp delSp modSp mod ord setBg setClrOvrMap delDesignElem">
        <pc:chgData name="Tejashri Bhilare" userId="d8ebae3cec6b6fcc" providerId="LiveId" clId="{1A74CA40-3E8F-4625-BBD5-FB06CA7B2156}" dt="2024-03-02T06:38:58.809" v="331"/>
        <pc:sldMkLst>
          <pc:docMk/>
          <pc:sldMk cId="1434913462" sldId="265"/>
        </pc:sldMkLst>
        <pc:spChg chg="mod">
          <ac:chgData name="Tejashri Bhilare" userId="d8ebae3cec6b6fcc" providerId="LiveId" clId="{1A74CA40-3E8F-4625-BBD5-FB06CA7B2156}" dt="2024-03-02T06:38:58.809" v="331"/>
          <ac:spMkLst>
            <pc:docMk/>
            <pc:sldMk cId="1434913462" sldId="265"/>
            <ac:spMk id="2" creationId="{947264EA-167E-4147-9554-159BAF31325D}"/>
          </ac:spMkLst>
        </pc:spChg>
        <pc:spChg chg="add del mod">
          <ac:chgData name="Tejashri Bhilare" userId="d8ebae3cec6b6fcc" providerId="LiveId" clId="{1A74CA40-3E8F-4625-BBD5-FB06CA7B2156}" dt="2024-03-02T06:37:30.266" v="318" actId="26606"/>
          <ac:spMkLst>
            <pc:docMk/>
            <pc:sldMk cId="1434913462" sldId="265"/>
            <ac:spMk id="3" creationId="{472DFC71-8BFB-4BB5-BEDE-B6258E8C17CD}"/>
          </ac:spMkLst>
        </pc:spChg>
        <pc:spChg chg="add del">
          <ac:chgData name="Tejashri Bhilare" userId="d8ebae3cec6b6fcc" providerId="LiveId" clId="{1A74CA40-3E8F-4625-BBD5-FB06CA7B2156}" dt="2024-03-02T06:37:07.005" v="303" actId="26606"/>
          <ac:spMkLst>
            <pc:docMk/>
            <pc:sldMk cId="1434913462" sldId="265"/>
            <ac:spMk id="9" creationId="{07EA7725-10B0-4B36-99AC-5A885C5F49D3}"/>
          </ac:spMkLst>
        </pc:spChg>
        <pc:spChg chg="add del">
          <ac:chgData name="Tejashri Bhilare" userId="d8ebae3cec6b6fcc" providerId="LiveId" clId="{1A74CA40-3E8F-4625-BBD5-FB06CA7B2156}" dt="2024-03-02T06:37:07.005" v="303" actId="26606"/>
          <ac:spMkLst>
            <pc:docMk/>
            <pc:sldMk cId="1434913462" sldId="265"/>
            <ac:spMk id="10" creationId="{472DFC71-8BFB-4BB5-BEDE-B6258E8C17CD}"/>
          </ac:spMkLst>
        </pc:spChg>
        <pc:spChg chg="add del">
          <ac:chgData name="Tejashri Bhilare" userId="d8ebae3cec6b6fcc" providerId="LiveId" clId="{1A74CA40-3E8F-4625-BBD5-FB06CA7B2156}" dt="2024-03-02T06:37:10.863" v="305" actId="26606"/>
          <ac:spMkLst>
            <pc:docMk/>
            <pc:sldMk cId="1434913462" sldId="265"/>
            <ac:spMk id="12" creationId="{88A69F92-2FCD-460F-9D54-3756D89A5916}"/>
          </ac:spMkLst>
        </pc:spChg>
        <pc:spChg chg="add del">
          <ac:chgData name="Tejashri Bhilare" userId="d8ebae3cec6b6fcc" providerId="LiveId" clId="{1A74CA40-3E8F-4625-BBD5-FB06CA7B2156}" dt="2024-03-02T06:37:14.044" v="307" actId="26606"/>
          <ac:spMkLst>
            <pc:docMk/>
            <pc:sldMk cId="1434913462" sldId="265"/>
            <ac:spMk id="15" creationId="{BC052280-388E-4151-A1EB-5236D4FCCA28}"/>
          </ac:spMkLst>
        </pc:spChg>
        <pc:spChg chg="add del">
          <ac:chgData name="Tejashri Bhilare" userId="d8ebae3cec6b6fcc" providerId="LiveId" clId="{1A74CA40-3E8F-4625-BBD5-FB06CA7B2156}" dt="2024-03-02T06:37:14.044" v="307" actId="26606"/>
          <ac:spMkLst>
            <pc:docMk/>
            <pc:sldMk cId="1434913462" sldId="265"/>
            <ac:spMk id="17" creationId="{472DFC71-8BFB-4BB5-BEDE-B6258E8C17CD}"/>
          </ac:spMkLst>
        </pc:spChg>
        <pc:spChg chg="add del">
          <ac:chgData name="Tejashri Bhilare" userId="d8ebae3cec6b6fcc" providerId="LiveId" clId="{1A74CA40-3E8F-4625-BBD5-FB06CA7B2156}" dt="2024-03-02T06:37:28.450" v="315" actId="26606"/>
          <ac:spMkLst>
            <pc:docMk/>
            <pc:sldMk cId="1434913462" sldId="265"/>
            <ac:spMk id="26" creationId="{50C5AE9F-6B00-40BE-ACC0-B349CBC9C219}"/>
          </ac:spMkLst>
        </pc:spChg>
        <pc:spChg chg="add del">
          <ac:chgData name="Tejashri Bhilare" userId="d8ebae3cec6b6fcc" providerId="LiveId" clId="{1A74CA40-3E8F-4625-BBD5-FB06CA7B2156}" dt="2024-03-02T06:37:28.450" v="315" actId="26606"/>
          <ac:spMkLst>
            <pc:docMk/>
            <pc:sldMk cId="1434913462" sldId="265"/>
            <ac:spMk id="27" creationId="{472DFC71-8BFB-4BB5-BEDE-B6258E8C17CD}"/>
          </ac:spMkLst>
        </pc:spChg>
        <pc:spChg chg="add del">
          <ac:chgData name="Tejashri Bhilare" userId="d8ebae3cec6b6fcc" providerId="LiveId" clId="{1A74CA40-3E8F-4625-BBD5-FB06CA7B2156}" dt="2024-03-02T06:37:30.237" v="317" actId="26606"/>
          <ac:spMkLst>
            <pc:docMk/>
            <pc:sldMk cId="1434913462" sldId="265"/>
            <ac:spMk id="29" creationId="{3BFBA67F-0D4D-4C2E-A1D7-82D080A4B3AD}"/>
          </ac:spMkLst>
        </pc:spChg>
        <pc:spChg chg="add del">
          <ac:chgData name="Tejashri Bhilare" userId="d8ebae3cec6b6fcc" providerId="LiveId" clId="{1A74CA40-3E8F-4625-BBD5-FB06CA7B2156}" dt="2024-03-02T06:37:30.237" v="317" actId="26606"/>
          <ac:spMkLst>
            <pc:docMk/>
            <pc:sldMk cId="1434913462" sldId="265"/>
            <ac:spMk id="30" creationId="{EFA2AC96-1E47-421C-A03F-F98E354EB4E6}"/>
          </ac:spMkLst>
        </pc:spChg>
        <pc:spChg chg="add del">
          <ac:chgData name="Tejashri Bhilare" userId="d8ebae3cec6b6fcc" providerId="LiveId" clId="{1A74CA40-3E8F-4625-BBD5-FB06CA7B2156}" dt="2024-03-02T06:37:30.237" v="317" actId="26606"/>
          <ac:spMkLst>
            <pc:docMk/>
            <pc:sldMk cId="1434913462" sldId="265"/>
            <ac:spMk id="31" creationId="{472DFC71-8BFB-4BB5-BEDE-B6258E8C17CD}"/>
          </ac:spMkLst>
        </pc:spChg>
        <pc:spChg chg="add del">
          <ac:chgData name="Tejashri Bhilare" userId="d8ebae3cec6b6fcc" providerId="LiveId" clId="{1A74CA40-3E8F-4625-BBD5-FB06CA7B2156}" dt="2024-03-02T06:38:58.809" v="331"/>
          <ac:spMkLst>
            <pc:docMk/>
            <pc:sldMk cId="1434913462" sldId="265"/>
            <ac:spMk id="34" creationId="{50C5AE9F-6B00-40BE-ACC0-B349CBC9C219}"/>
          </ac:spMkLst>
        </pc:spChg>
        <pc:spChg chg="add mod">
          <ac:chgData name="Tejashri Bhilare" userId="d8ebae3cec6b6fcc" providerId="LiveId" clId="{1A74CA40-3E8F-4625-BBD5-FB06CA7B2156}" dt="2024-03-02T06:38:58.809" v="331"/>
          <ac:spMkLst>
            <pc:docMk/>
            <pc:sldMk cId="1434913462" sldId="265"/>
            <ac:spMk id="35" creationId="{472DFC71-8BFB-4BB5-BEDE-B6258E8C17CD}"/>
          </ac:spMkLst>
        </pc:spChg>
        <pc:graphicFrameChg chg="add del modGraphic">
          <ac:chgData name="Tejashri Bhilare" userId="d8ebae3cec6b6fcc" providerId="LiveId" clId="{1A74CA40-3E8F-4625-BBD5-FB06CA7B2156}" dt="2024-03-02T06:30:27.118" v="167" actId="27309"/>
          <ac:graphicFrameMkLst>
            <pc:docMk/>
            <pc:sldMk cId="1434913462" sldId="265"/>
            <ac:graphicFrameMk id="5" creationId="{0DCC96BC-9482-0A57-E205-94D542F37FC4}"/>
          </ac:graphicFrameMkLst>
        </pc:graphicFrameChg>
        <pc:graphicFrameChg chg="add del">
          <ac:chgData name="Tejashri Bhilare" userId="d8ebae3cec6b6fcc" providerId="LiveId" clId="{1A74CA40-3E8F-4625-BBD5-FB06CA7B2156}" dt="2024-03-02T06:37:04.973" v="301" actId="26606"/>
          <ac:graphicFrameMkLst>
            <pc:docMk/>
            <pc:sldMk cId="1434913462" sldId="265"/>
            <ac:graphicFrameMk id="6" creationId="{C75CB579-4C0C-1C38-526E-30F051310C02}"/>
          </ac:graphicFrameMkLst>
        </pc:graphicFrameChg>
        <pc:graphicFrameChg chg="add del">
          <ac:chgData name="Tejashri Bhilare" userId="d8ebae3cec6b6fcc" providerId="LiveId" clId="{1A74CA40-3E8F-4625-BBD5-FB06CA7B2156}" dt="2024-03-02T06:37:10.863" v="305" actId="26606"/>
          <ac:graphicFrameMkLst>
            <pc:docMk/>
            <pc:sldMk cId="1434913462" sldId="265"/>
            <ac:graphicFrameMk id="13" creationId="{21DEAAFE-44FA-93F2-D7DF-B84FC9A2ADD7}"/>
          </ac:graphicFrameMkLst>
        </pc:graphicFrameChg>
        <pc:graphicFrameChg chg="add del">
          <ac:chgData name="Tejashri Bhilare" userId="d8ebae3cec6b6fcc" providerId="LiveId" clId="{1A74CA40-3E8F-4625-BBD5-FB06CA7B2156}" dt="2024-03-02T06:37:15.242" v="309" actId="26606"/>
          <ac:graphicFrameMkLst>
            <pc:docMk/>
            <pc:sldMk cId="1434913462" sldId="265"/>
            <ac:graphicFrameMk id="19" creationId="{66D20440-2BAF-772A-C36A-6BBF332B55B1}"/>
          </ac:graphicFrameMkLst>
        </pc:graphicFrameChg>
        <pc:graphicFrameChg chg="add del">
          <ac:chgData name="Tejashri Bhilare" userId="d8ebae3cec6b6fcc" providerId="LiveId" clId="{1A74CA40-3E8F-4625-BBD5-FB06CA7B2156}" dt="2024-03-02T06:37:17.336" v="311" actId="26606"/>
          <ac:graphicFrameMkLst>
            <pc:docMk/>
            <pc:sldMk cId="1434913462" sldId="265"/>
            <ac:graphicFrameMk id="21" creationId="{D3EA7FBE-B722-DC75-0EE2-D4DAA5F4A87B}"/>
          </ac:graphicFrameMkLst>
        </pc:graphicFrameChg>
        <pc:graphicFrameChg chg="add del">
          <ac:chgData name="Tejashri Bhilare" userId="d8ebae3cec6b6fcc" providerId="LiveId" clId="{1A74CA40-3E8F-4625-BBD5-FB06CA7B2156}" dt="2024-03-02T06:37:24.646" v="313" actId="26606"/>
          <ac:graphicFrameMkLst>
            <pc:docMk/>
            <pc:sldMk cId="1434913462" sldId="265"/>
            <ac:graphicFrameMk id="23" creationId="{92643B5C-FBF5-5ED4-6EED-CA83C22B91B4}"/>
          </ac:graphicFrameMkLst>
        </pc:graphicFrameChg>
        <pc:picChg chg="add del">
          <ac:chgData name="Tejashri Bhilare" userId="d8ebae3cec6b6fcc" providerId="LiveId" clId="{1A74CA40-3E8F-4625-BBD5-FB06CA7B2156}" dt="2024-03-02T06:37:07.005" v="303" actId="26606"/>
          <ac:picMkLst>
            <pc:docMk/>
            <pc:sldMk cId="1434913462" sldId="265"/>
            <ac:picMk id="8" creationId="{28276005-0409-0BE9-16A2-E9BFAD132A32}"/>
          </ac:picMkLst>
        </pc:picChg>
        <pc:picChg chg="add del">
          <ac:chgData name="Tejashri Bhilare" userId="d8ebae3cec6b6fcc" providerId="LiveId" clId="{1A74CA40-3E8F-4625-BBD5-FB06CA7B2156}" dt="2024-03-02T06:37:28.450" v="315" actId="26606"/>
          <ac:picMkLst>
            <pc:docMk/>
            <pc:sldMk cId="1434913462" sldId="265"/>
            <ac:picMk id="25" creationId="{438C13AB-72C6-156D-8C97-D8CB53D7FAC5}"/>
          </ac:picMkLst>
        </pc:picChg>
        <pc:picChg chg="add">
          <ac:chgData name="Tejashri Bhilare" userId="d8ebae3cec6b6fcc" providerId="LiveId" clId="{1A74CA40-3E8F-4625-BBD5-FB06CA7B2156}" dt="2024-03-02T06:37:30.266" v="318" actId="26606"/>
          <ac:picMkLst>
            <pc:docMk/>
            <pc:sldMk cId="1434913462" sldId="265"/>
            <ac:picMk id="33" creationId="{438C13AB-72C6-156D-8C97-D8CB53D7FAC5}"/>
          </ac:picMkLst>
        </pc:picChg>
        <pc:cxnChg chg="add del">
          <ac:chgData name="Tejashri Bhilare" userId="d8ebae3cec6b6fcc" providerId="LiveId" clId="{1A74CA40-3E8F-4625-BBD5-FB06CA7B2156}" dt="2024-03-02T06:37:14.044" v="307" actId="26606"/>
          <ac:cxnSpMkLst>
            <pc:docMk/>
            <pc:sldMk cId="1434913462" sldId="265"/>
            <ac:cxnSpMk id="16" creationId="{744251C3-E720-4363-8AF0-20AD319374F0}"/>
          </ac:cxnSpMkLst>
        </pc:cxnChg>
      </pc:sldChg>
      <pc:sldChg chg="addSp delSp modSp mod setBg setClrOvrMap">
        <pc:chgData name="Tejashri Bhilare" userId="d8ebae3cec6b6fcc" providerId="LiveId" clId="{1A74CA40-3E8F-4625-BBD5-FB06CA7B2156}" dt="2024-03-02T06:40:04.370" v="362" actId="26606"/>
        <pc:sldMkLst>
          <pc:docMk/>
          <pc:sldMk cId="2046913537" sldId="266"/>
        </pc:sldMkLst>
        <pc:spChg chg="mod">
          <ac:chgData name="Tejashri Bhilare" userId="d8ebae3cec6b6fcc" providerId="LiveId" clId="{1A74CA40-3E8F-4625-BBD5-FB06CA7B2156}" dt="2024-03-02T06:40:04.370" v="362" actId="26606"/>
          <ac:spMkLst>
            <pc:docMk/>
            <pc:sldMk cId="2046913537" sldId="266"/>
            <ac:spMk id="2" creationId="{4F2FA51B-4C21-4797-A5E1-7BE7DE7F9497}"/>
          </ac:spMkLst>
        </pc:spChg>
        <pc:spChg chg="mod">
          <ac:chgData name="Tejashri Bhilare" userId="d8ebae3cec6b6fcc" providerId="LiveId" clId="{1A74CA40-3E8F-4625-BBD5-FB06CA7B2156}" dt="2024-03-02T06:40:04.370" v="362" actId="26606"/>
          <ac:spMkLst>
            <pc:docMk/>
            <pc:sldMk cId="2046913537" sldId="266"/>
            <ac:spMk id="6" creationId="{21E134FC-7E3E-4789-9616-B4EA83BCF8C7}"/>
          </ac:spMkLst>
        </pc:spChg>
        <pc:spChg chg="add del">
          <ac:chgData name="Tejashri Bhilare" userId="d8ebae3cec6b6fcc" providerId="LiveId" clId="{1A74CA40-3E8F-4625-BBD5-FB06CA7B2156}" dt="2024-03-02T06:39:49.913" v="345" actId="26606"/>
          <ac:spMkLst>
            <pc:docMk/>
            <pc:sldMk cId="2046913537" sldId="266"/>
            <ac:spMk id="8" creationId="{EFA2AC96-1E47-421C-A03F-F98E354EB4E6}"/>
          </ac:spMkLst>
        </pc:spChg>
        <pc:spChg chg="add del">
          <ac:chgData name="Tejashri Bhilare" userId="d8ebae3cec6b6fcc" providerId="LiveId" clId="{1A74CA40-3E8F-4625-BBD5-FB06CA7B2156}" dt="2024-03-02T06:39:53.379" v="349" actId="26606"/>
          <ac:spMkLst>
            <pc:docMk/>
            <pc:sldMk cId="2046913537" sldId="266"/>
            <ac:spMk id="9" creationId="{BF8EE22E-7CB7-4A22-8A2D-CE1918FE5F68}"/>
          </ac:spMkLst>
        </pc:spChg>
        <pc:spChg chg="add del">
          <ac:chgData name="Tejashri Bhilare" userId="d8ebae3cec6b6fcc" providerId="LiveId" clId="{1A74CA40-3E8F-4625-BBD5-FB06CA7B2156}" dt="2024-03-02T06:39:59.173" v="355" actId="26606"/>
          <ac:spMkLst>
            <pc:docMk/>
            <pc:sldMk cId="2046913537" sldId="266"/>
            <ac:spMk id="10" creationId="{BF8EE22E-7CB7-4A22-8A2D-CE1918FE5F68}"/>
          </ac:spMkLst>
        </pc:spChg>
        <pc:spChg chg="add del">
          <ac:chgData name="Tejashri Bhilare" userId="d8ebae3cec6b6fcc" providerId="LiveId" clId="{1A74CA40-3E8F-4625-BBD5-FB06CA7B2156}" dt="2024-03-02T06:39:48.008" v="341" actId="26606"/>
          <ac:spMkLst>
            <pc:docMk/>
            <pc:sldMk cId="2046913537" sldId="266"/>
            <ac:spMk id="11" creationId="{EFA2AC96-1E47-421C-A03F-F98E354EB4E6}"/>
          </ac:spMkLst>
        </pc:spChg>
        <pc:spChg chg="add del">
          <ac:chgData name="Tejashri Bhilare" userId="d8ebae3cec6b6fcc" providerId="LiveId" clId="{1A74CA40-3E8F-4625-BBD5-FB06CA7B2156}" dt="2024-03-02T06:39:55.752" v="351" actId="26606"/>
          <ac:spMkLst>
            <pc:docMk/>
            <pc:sldMk cId="2046913537" sldId="266"/>
            <ac:spMk id="12" creationId="{CB47E54D-C502-461E-8397-6E20A71603A1}"/>
          </ac:spMkLst>
        </pc:spChg>
        <pc:spChg chg="add del">
          <ac:chgData name="Tejashri Bhilare" userId="d8ebae3cec6b6fcc" providerId="LiveId" clId="{1A74CA40-3E8F-4625-BBD5-FB06CA7B2156}" dt="2024-03-02T06:39:55.752" v="351" actId="26606"/>
          <ac:spMkLst>
            <pc:docMk/>
            <pc:sldMk cId="2046913537" sldId="266"/>
            <ac:spMk id="13" creationId="{5A816EEA-C74C-4297-9F06-02600C12AD4A}"/>
          </ac:spMkLst>
        </pc:spChg>
        <pc:spChg chg="add del">
          <ac:chgData name="Tejashri Bhilare" userId="d8ebae3cec6b6fcc" providerId="LiveId" clId="{1A74CA40-3E8F-4625-BBD5-FB06CA7B2156}" dt="2024-03-02T06:40:04.363" v="361" actId="26606"/>
          <ac:spMkLst>
            <pc:docMk/>
            <pc:sldMk cId="2046913537" sldId="266"/>
            <ac:spMk id="14" creationId="{EFA2AC96-1E47-421C-A03F-F98E354EB4E6}"/>
          </ac:spMkLst>
        </pc:spChg>
        <pc:picChg chg="mod">
          <ac:chgData name="Tejashri Bhilare" userId="d8ebae3cec6b6fcc" providerId="LiveId" clId="{1A74CA40-3E8F-4625-BBD5-FB06CA7B2156}" dt="2024-03-02T06:40:04.370" v="362" actId="26606"/>
          <ac:picMkLst>
            <pc:docMk/>
            <pc:sldMk cId="2046913537" sldId="266"/>
            <ac:picMk id="5" creationId="{764A4341-8C38-4565-BD03-306BE8F5E414}"/>
          </ac:picMkLst>
        </pc:picChg>
      </pc:sldChg>
      <pc:sldChg chg="addSp delSp modSp mod setBg setClrOvrMap">
        <pc:chgData name="Tejashri Bhilare" userId="d8ebae3cec6b6fcc" providerId="LiveId" clId="{1A74CA40-3E8F-4625-BBD5-FB06CA7B2156}" dt="2024-03-02T06:40:16.536" v="369" actId="26606"/>
        <pc:sldMkLst>
          <pc:docMk/>
          <pc:sldMk cId="71641668" sldId="267"/>
        </pc:sldMkLst>
        <pc:spChg chg="mod">
          <ac:chgData name="Tejashri Bhilare" userId="d8ebae3cec6b6fcc" providerId="LiveId" clId="{1A74CA40-3E8F-4625-BBD5-FB06CA7B2156}" dt="2024-03-02T06:40:16.536" v="369" actId="26606"/>
          <ac:spMkLst>
            <pc:docMk/>
            <pc:sldMk cId="71641668" sldId="267"/>
            <ac:spMk id="2" creationId="{4F2FA51B-4C21-4797-A5E1-7BE7DE7F9497}"/>
          </ac:spMkLst>
        </pc:spChg>
        <pc:spChg chg="mod">
          <ac:chgData name="Tejashri Bhilare" userId="d8ebae3cec6b6fcc" providerId="LiveId" clId="{1A74CA40-3E8F-4625-BBD5-FB06CA7B2156}" dt="2024-03-02T06:40:16.536" v="369" actId="26606"/>
          <ac:spMkLst>
            <pc:docMk/>
            <pc:sldMk cId="71641668" sldId="267"/>
            <ac:spMk id="6" creationId="{21E134FC-7E3E-4789-9616-B4EA83BCF8C7}"/>
          </ac:spMkLst>
        </pc:spChg>
        <pc:spChg chg="add del">
          <ac:chgData name="Tejashri Bhilare" userId="d8ebae3cec6b6fcc" providerId="LiveId" clId="{1A74CA40-3E8F-4625-BBD5-FB06CA7B2156}" dt="2024-03-02T06:40:12.910" v="364" actId="26606"/>
          <ac:spMkLst>
            <pc:docMk/>
            <pc:sldMk cId="71641668" sldId="267"/>
            <ac:spMk id="13" creationId="{7043E05F-184D-4F03-8A9D-D2A78C09A6FD}"/>
          </ac:spMkLst>
        </pc:spChg>
        <pc:spChg chg="add del">
          <ac:chgData name="Tejashri Bhilare" userId="d8ebae3cec6b6fcc" providerId="LiveId" clId="{1A74CA40-3E8F-4625-BBD5-FB06CA7B2156}" dt="2024-03-02T06:40:12.910" v="364" actId="26606"/>
          <ac:spMkLst>
            <pc:docMk/>
            <pc:sldMk cId="71641668" sldId="267"/>
            <ac:spMk id="15" creationId="{41F43512-5B5C-4D25-9BF3-E60A85A85702}"/>
          </ac:spMkLst>
        </pc:spChg>
        <pc:spChg chg="add">
          <ac:chgData name="Tejashri Bhilare" userId="d8ebae3cec6b6fcc" providerId="LiveId" clId="{1A74CA40-3E8F-4625-BBD5-FB06CA7B2156}" dt="2024-03-02T06:40:16.536" v="369" actId="26606"/>
          <ac:spMkLst>
            <pc:docMk/>
            <pc:sldMk cId="71641668" sldId="267"/>
            <ac:spMk id="21" creationId="{C0865711-6672-464E-9898-F02A3D552D2C}"/>
          </ac:spMkLst>
        </pc:spChg>
        <pc:spChg chg="add">
          <ac:chgData name="Tejashri Bhilare" userId="d8ebae3cec6b6fcc" providerId="LiveId" clId="{1A74CA40-3E8F-4625-BBD5-FB06CA7B2156}" dt="2024-03-02T06:40:16.536" v="369" actId="26606"/>
          <ac:spMkLst>
            <pc:docMk/>
            <pc:sldMk cId="71641668" sldId="267"/>
            <ac:spMk id="22" creationId="{10EC6E67-0A0F-40C2-8226-ABD67A60A33B}"/>
          </ac:spMkLst>
        </pc:spChg>
        <pc:picChg chg="mod">
          <ac:chgData name="Tejashri Bhilare" userId="d8ebae3cec6b6fcc" providerId="LiveId" clId="{1A74CA40-3E8F-4625-BBD5-FB06CA7B2156}" dt="2024-03-02T06:40:16.536" v="369" actId="26606"/>
          <ac:picMkLst>
            <pc:docMk/>
            <pc:sldMk cId="71641668" sldId="267"/>
            <ac:picMk id="8" creationId="{6957CBDD-FF7F-475F-9BD0-9B9A3217DC1B}"/>
          </ac:picMkLst>
        </pc:picChg>
        <pc:cxnChg chg="add del">
          <ac:chgData name="Tejashri Bhilare" userId="d8ebae3cec6b6fcc" providerId="LiveId" clId="{1A74CA40-3E8F-4625-BBD5-FB06CA7B2156}" dt="2024-03-02T06:40:14.580" v="366" actId="26606"/>
          <ac:cxnSpMkLst>
            <pc:docMk/>
            <pc:sldMk cId="71641668" sldId="267"/>
            <ac:cxnSpMk id="17" creationId="{A7728F15-F31F-44FC-A33E-80EE797DE099}"/>
          </ac:cxnSpMkLst>
        </pc:cxnChg>
        <pc:cxnChg chg="add del">
          <ac:chgData name="Tejashri Bhilare" userId="d8ebae3cec6b6fcc" providerId="LiveId" clId="{1A74CA40-3E8F-4625-BBD5-FB06CA7B2156}" dt="2024-03-02T06:40:16.522" v="368" actId="26606"/>
          <ac:cxnSpMkLst>
            <pc:docMk/>
            <pc:sldMk cId="71641668" sldId="267"/>
            <ac:cxnSpMk id="19" creationId="{9C0A00CE-5D42-405E-BB21-040156444C3C}"/>
          </ac:cxnSpMkLst>
        </pc:cxnChg>
      </pc:sldChg>
      <pc:sldChg chg="addSp modSp mod setBg setClrOvrMap">
        <pc:chgData name="Tejashri Bhilare" userId="d8ebae3cec6b6fcc" providerId="LiveId" clId="{1A74CA40-3E8F-4625-BBD5-FB06CA7B2156}" dt="2024-03-02T06:40:26.337" v="370" actId="26606"/>
        <pc:sldMkLst>
          <pc:docMk/>
          <pc:sldMk cId="1414643660" sldId="268"/>
        </pc:sldMkLst>
        <pc:spChg chg="mod">
          <ac:chgData name="Tejashri Bhilare" userId="d8ebae3cec6b6fcc" providerId="LiveId" clId="{1A74CA40-3E8F-4625-BBD5-FB06CA7B2156}" dt="2024-03-02T06:40:26.337" v="370" actId="26606"/>
          <ac:spMkLst>
            <pc:docMk/>
            <pc:sldMk cId="1414643660" sldId="268"/>
            <ac:spMk id="2" creationId="{4F2FA51B-4C21-4797-A5E1-7BE7DE7F9497}"/>
          </ac:spMkLst>
        </pc:spChg>
        <pc:spChg chg="mod">
          <ac:chgData name="Tejashri Bhilare" userId="d8ebae3cec6b6fcc" providerId="LiveId" clId="{1A74CA40-3E8F-4625-BBD5-FB06CA7B2156}" dt="2024-03-02T06:40:26.337" v="370" actId="26606"/>
          <ac:spMkLst>
            <pc:docMk/>
            <pc:sldMk cId="1414643660" sldId="268"/>
            <ac:spMk id="6" creationId="{21E134FC-7E3E-4789-9616-B4EA83BCF8C7}"/>
          </ac:spMkLst>
        </pc:spChg>
        <pc:spChg chg="add">
          <ac:chgData name="Tejashri Bhilare" userId="d8ebae3cec6b6fcc" providerId="LiveId" clId="{1A74CA40-3E8F-4625-BBD5-FB06CA7B2156}" dt="2024-03-02T06:40:26.337" v="370" actId="26606"/>
          <ac:spMkLst>
            <pc:docMk/>
            <pc:sldMk cId="1414643660" sldId="268"/>
            <ac:spMk id="12" creationId="{66DC9962-D7D3-42F4-91E6-7F869A27EA74}"/>
          </ac:spMkLst>
        </pc:spChg>
        <pc:spChg chg="add">
          <ac:chgData name="Tejashri Bhilare" userId="d8ebae3cec6b6fcc" providerId="LiveId" clId="{1A74CA40-3E8F-4625-BBD5-FB06CA7B2156}" dt="2024-03-02T06:40:26.337" v="370" actId="26606"/>
          <ac:spMkLst>
            <pc:docMk/>
            <pc:sldMk cId="1414643660" sldId="268"/>
            <ac:spMk id="14" creationId="{3B989360-D69A-4A32-87FD-D2226A028027}"/>
          </ac:spMkLst>
        </pc:spChg>
        <pc:picChg chg="mod">
          <ac:chgData name="Tejashri Bhilare" userId="d8ebae3cec6b6fcc" providerId="LiveId" clId="{1A74CA40-3E8F-4625-BBD5-FB06CA7B2156}" dt="2024-03-02T06:40:26.337" v="370" actId="26606"/>
          <ac:picMkLst>
            <pc:docMk/>
            <pc:sldMk cId="1414643660" sldId="268"/>
            <ac:picMk id="7" creationId="{06FEC678-CD94-4EED-B580-82F651919563}"/>
          </ac:picMkLst>
        </pc:picChg>
      </pc:sldChg>
      <pc:sldChg chg="addSp delSp modSp mod setBg setClrOvrMap">
        <pc:chgData name="Tejashri Bhilare" userId="d8ebae3cec6b6fcc" providerId="LiveId" clId="{1A74CA40-3E8F-4625-BBD5-FB06CA7B2156}" dt="2024-03-02T06:40:37.129" v="375" actId="26606"/>
        <pc:sldMkLst>
          <pc:docMk/>
          <pc:sldMk cId="4025790670" sldId="269"/>
        </pc:sldMkLst>
        <pc:spChg chg="mod">
          <ac:chgData name="Tejashri Bhilare" userId="d8ebae3cec6b6fcc" providerId="LiveId" clId="{1A74CA40-3E8F-4625-BBD5-FB06CA7B2156}" dt="2024-03-02T06:40:37.129" v="375" actId="26606"/>
          <ac:spMkLst>
            <pc:docMk/>
            <pc:sldMk cId="4025790670" sldId="269"/>
            <ac:spMk id="2" creationId="{4F2FA51B-4C21-4797-A5E1-7BE7DE7F9497}"/>
          </ac:spMkLst>
        </pc:spChg>
        <pc:spChg chg="mod">
          <ac:chgData name="Tejashri Bhilare" userId="d8ebae3cec6b6fcc" providerId="LiveId" clId="{1A74CA40-3E8F-4625-BBD5-FB06CA7B2156}" dt="2024-03-02T06:40:37.129" v="375" actId="26606"/>
          <ac:spMkLst>
            <pc:docMk/>
            <pc:sldMk cId="4025790670" sldId="269"/>
            <ac:spMk id="6" creationId="{21E134FC-7E3E-4789-9616-B4EA83BCF8C7}"/>
          </ac:spMkLst>
        </pc:spChg>
        <pc:spChg chg="add del">
          <ac:chgData name="Tejashri Bhilare" userId="d8ebae3cec6b6fcc" providerId="LiveId" clId="{1A74CA40-3E8F-4625-BBD5-FB06CA7B2156}" dt="2024-03-02T06:40:37.120" v="374" actId="26606"/>
          <ac:spMkLst>
            <pc:docMk/>
            <pc:sldMk cId="4025790670" sldId="269"/>
            <ac:spMk id="13" creationId="{EFA2AC96-1E47-421C-A03F-F98E354EB4E6}"/>
          </ac:spMkLst>
        </pc:spChg>
        <pc:picChg chg="mod">
          <ac:chgData name="Tejashri Bhilare" userId="d8ebae3cec6b6fcc" providerId="LiveId" clId="{1A74CA40-3E8F-4625-BBD5-FB06CA7B2156}" dt="2024-03-02T06:40:37.129" v="375" actId="26606"/>
          <ac:picMkLst>
            <pc:docMk/>
            <pc:sldMk cId="4025790670" sldId="269"/>
            <ac:picMk id="8" creationId="{8C4FE401-4F58-4AA2-859E-F822AB36422B}"/>
          </ac:picMkLst>
        </pc:picChg>
      </pc:sldChg>
      <pc:sldChg chg="addSp delSp modSp mod setBg setClrOvrMap">
        <pc:chgData name="Tejashri Bhilare" userId="d8ebae3cec6b6fcc" providerId="LiveId" clId="{1A74CA40-3E8F-4625-BBD5-FB06CA7B2156}" dt="2024-03-02T06:40:49.321" v="384" actId="26606"/>
        <pc:sldMkLst>
          <pc:docMk/>
          <pc:sldMk cId="2649589596" sldId="270"/>
        </pc:sldMkLst>
        <pc:spChg chg="mod">
          <ac:chgData name="Tejashri Bhilare" userId="d8ebae3cec6b6fcc" providerId="LiveId" clId="{1A74CA40-3E8F-4625-BBD5-FB06CA7B2156}" dt="2024-03-02T06:40:49.321" v="384" actId="26606"/>
          <ac:spMkLst>
            <pc:docMk/>
            <pc:sldMk cId="2649589596" sldId="270"/>
            <ac:spMk id="2" creationId="{4F2FA51B-4C21-4797-A5E1-7BE7DE7F9497}"/>
          </ac:spMkLst>
        </pc:spChg>
        <pc:spChg chg="mod">
          <ac:chgData name="Tejashri Bhilare" userId="d8ebae3cec6b6fcc" providerId="LiveId" clId="{1A74CA40-3E8F-4625-BBD5-FB06CA7B2156}" dt="2024-03-02T06:40:49.321" v="384" actId="26606"/>
          <ac:spMkLst>
            <pc:docMk/>
            <pc:sldMk cId="2649589596" sldId="270"/>
            <ac:spMk id="6" creationId="{21E134FC-7E3E-4789-9616-B4EA83BCF8C7}"/>
          </ac:spMkLst>
        </pc:spChg>
        <pc:spChg chg="add del">
          <ac:chgData name="Tejashri Bhilare" userId="d8ebae3cec6b6fcc" providerId="LiveId" clId="{1A74CA40-3E8F-4625-BBD5-FB06CA7B2156}" dt="2024-03-02T06:40:49.313" v="383" actId="26606"/>
          <ac:spMkLst>
            <pc:docMk/>
            <pc:sldMk cId="2649589596" sldId="270"/>
            <ac:spMk id="8" creationId="{CB47E54D-C502-461E-8397-6E20A71603A1}"/>
          </ac:spMkLst>
        </pc:spChg>
        <pc:spChg chg="add del">
          <ac:chgData name="Tejashri Bhilare" userId="d8ebae3cec6b6fcc" providerId="LiveId" clId="{1A74CA40-3E8F-4625-BBD5-FB06CA7B2156}" dt="2024-03-02T06:40:42.328" v="377" actId="26606"/>
          <ac:spMkLst>
            <pc:docMk/>
            <pc:sldMk cId="2649589596" sldId="270"/>
            <ac:spMk id="11" creationId="{EFA2AC96-1E47-421C-A03F-F98E354EB4E6}"/>
          </ac:spMkLst>
        </pc:spChg>
        <pc:spChg chg="add del">
          <ac:chgData name="Tejashri Bhilare" userId="d8ebae3cec6b6fcc" providerId="LiveId" clId="{1A74CA40-3E8F-4625-BBD5-FB06CA7B2156}" dt="2024-03-02T06:40:49.313" v="383" actId="26606"/>
          <ac:spMkLst>
            <pc:docMk/>
            <pc:sldMk cId="2649589596" sldId="270"/>
            <ac:spMk id="13" creationId="{5A816EEA-C74C-4297-9F06-02600C12AD4A}"/>
          </ac:spMkLst>
        </pc:spChg>
        <pc:picChg chg="mod">
          <ac:chgData name="Tejashri Bhilare" userId="d8ebae3cec6b6fcc" providerId="LiveId" clId="{1A74CA40-3E8F-4625-BBD5-FB06CA7B2156}" dt="2024-03-02T06:40:49.321" v="384" actId="26606"/>
          <ac:picMkLst>
            <pc:docMk/>
            <pc:sldMk cId="2649589596" sldId="270"/>
            <ac:picMk id="4" creationId="{4AF9FC0C-A6DD-473E-B362-621A9BFB1BB6}"/>
          </ac:picMkLst>
        </pc:picChg>
      </pc:sldChg>
      <pc:sldChg chg="modSp mod setBg setClrOvrMap">
        <pc:chgData name="Tejashri Bhilare" userId="d8ebae3cec6b6fcc" providerId="LiveId" clId="{1A74CA40-3E8F-4625-BBD5-FB06CA7B2156}" dt="2024-03-02T06:41:08.542" v="398" actId="20577"/>
        <pc:sldMkLst>
          <pc:docMk/>
          <pc:sldMk cId="2878474940" sldId="271"/>
        </pc:sldMkLst>
        <pc:spChg chg="mod">
          <ac:chgData name="Tejashri Bhilare" userId="d8ebae3cec6b6fcc" providerId="LiveId" clId="{1A74CA40-3E8F-4625-BBD5-FB06CA7B2156}" dt="2024-03-02T06:40:52.733" v="385" actId="26606"/>
          <ac:spMkLst>
            <pc:docMk/>
            <pc:sldMk cId="2878474940" sldId="271"/>
            <ac:spMk id="2" creationId="{4F2FA51B-4C21-4797-A5E1-7BE7DE7F9497}"/>
          </ac:spMkLst>
        </pc:spChg>
        <pc:spChg chg="mod">
          <ac:chgData name="Tejashri Bhilare" userId="d8ebae3cec6b6fcc" providerId="LiveId" clId="{1A74CA40-3E8F-4625-BBD5-FB06CA7B2156}" dt="2024-03-02T06:41:08.542" v="398" actId="20577"/>
          <ac:spMkLst>
            <pc:docMk/>
            <pc:sldMk cId="2878474940" sldId="271"/>
            <ac:spMk id="6" creationId="{21E134FC-7E3E-4789-9616-B4EA83BCF8C7}"/>
          </ac:spMkLst>
        </pc:spChg>
        <pc:picChg chg="mod">
          <ac:chgData name="Tejashri Bhilare" userId="d8ebae3cec6b6fcc" providerId="LiveId" clId="{1A74CA40-3E8F-4625-BBD5-FB06CA7B2156}" dt="2024-03-02T06:40:52.733" v="385" actId="26606"/>
          <ac:picMkLst>
            <pc:docMk/>
            <pc:sldMk cId="2878474940" sldId="271"/>
            <ac:picMk id="5" creationId="{9091C55B-B6C7-436E-B6DB-0161226AAF2E}"/>
          </ac:picMkLst>
        </pc:picChg>
      </pc:sldChg>
      <pc:sldChg chg="addSp delSp modSp mod setBg setClrOvrMap">
        <pc:chgData name="Tejashri Bhilare" userId="d8ebae3cec6b6fcc" providerId="LiveId" clId="{1A74CA40-3E8F-4625-BBD5-FB06CA7B2156}" dt="2024-03-02T06:41:25.765" v="405" actId="26606"/>
        <pc:sldMkLst>
          <pc:docMk/>
          <pc:sldMk cId="1255771136" sldId="272"/>
        </pc:sldMkLst>
        <pc:spChg chg="mod">
          <ac:chgData name="Tejashri Bhilare" userId="d8ebae3cec6b6fcc" providerId="LiveId" clId="{1A74CA40-3E8F-4625-BBD5-FB06CA7B2156}" dt="2024-03-02T06:41:25.765" v="405" actId="26606"/>
          <ac:spMkLst>
            <pc:docMk/>
            <pc:sldMk cId="1255771136" sldId="272"/>
            <ac:spMk id="2" creationId="{4F2FA51B-4C21-4797-A5E1-7BE7DE7F9497}"/>
          </ac:spMkLst>
        </pc:spChg>
        <pc:spChg chg="mod">
          <ac:chgData name="Tejashri Bhilare" userId="d8ebae3cec6b6fcc" providerId="LiveId" clId="{1A74CA40-3E8F-4625-BBD5-FB06CA7B2156}" dt="2024-03-02T06:41:25.765" v="405" actId="26606"/>
          <ac:spMkLst>
            <pc:docMk/>
            <pc:sldMk cId="1255771136" sldId="272"/>
            <ac:spMk id="6" creationId="{21E134FC-7E3E-4789-9616-B4EA83BCF8C7}"/>
          </ac:spMkLst>
        </pc:spChg>
        <pc:spChg chg="add del">
          <ac:chgData name="Tejashri Bhilare" userId="d8ebae3cec6b6fcc" providerId="LiveId" clId="{1A74CA40-3E8F-4625-BBD5-FB06CA7B2156}" dt="2024-03-02T06:41:25.757" v="404" actId="26606"/>
          <ac:spMkLst>
            <pc:docMk/>
            <pc:sldMk cId="1255771136" sldId="272"/>
            <ac:spMk id="11" creationId="{EFA2AC96-1E47-421C-A03F-F98E354EB4E6}"/>
          </ac:spMkLst>
        </pc:spChg>
        <pc:picChg chg="mod">
          <ac:chgData name="Tejashri Bhilare" userId="d8ebae3cec6b6fcc" providerId="LiveId" clId="{1A74CA40-3E8F-4625-BBD5-FB06CA7B2156}" dt="2024-03-02T06:41:25.765" v="405" actId="26606"/>
          <ac:picMkLst>
            <pc:docMk/>
            <pc:sldMk cId="1255771136" sldId="272"/>
            <ac:picMk id="4" creationId="{8B607A82-0538-4A28-9585-0F65824B754D}"/>
          </ac:picMkLst>
        </pc:picChg>
      </pc:sldChg>
      <pc:sldChg chg="addSp delSp modSp mod setBg setClrOvrMap">
        <pc:chgData name="Tejashri Bhilare" userId="d8ebae3cec6b6fcc" providerId="LiveId" clId="{1A74CA40-3E8F-4625-BBD5-FB06CA7B2156}" dt="2024-03-02T06:41:43.540" v="416" actId="26606"/>
        <pc:sldMkLst>
          <pc:docMk/>
          <pc:sldMk cId="801279459" sldId="273"/>
        </pc:sldMkLst>
        <pc:spChg chg="mod">
          <ac:chgData name="Tejashri Bhilare" userId="d8ebae3cec6b6fcc" providerId="LiveId" clId="{1A74CA40-3E8F-4625-BBD5-FB06CA7B2156}" dt="2024-03-02T06:41:43.540" v="416" actId="26606"/>
          <ac:spMkLst>
            <pc:docMk/>
            <pc:sldMk cId="801279459" sldId="273"/>
            <ac:spMk id="2" creationId="{4F2FA51B-4C21-4797-A5E1-7BE7DE7F9497}"/>
          </ac:spMkLst>
        </pc:spChg>
        <pc:spChg chg="mod ord">
          <ac:chgData name="Tejashri Bhilare" userId="d8ebae3cec6b6fcc" providerId="LiveId" clId="{1A74CA40-3E8F-4625-BBD5-FB06CA7B2156}" dt="2024-03-02T06:41:43.540" v="416" actId="26606"/>
          <ac:spMkLst>
            <pc:docMk/>
            <pc:sldMk cId="801279459" sldId="273"/>
            <ac:spMk id="6" creationId="{21E134FC-7E3E-4789-9616-B4EA83BCF8C7}"/>
          </ac:spMkLst>
        </pc:spChg>
        <pc:spChg chg="add del">
          <ac:chgData name="Tejashri Bhilare" userId="d8ebae3cec6b6fcc" providerId="LiveId" clId="{1A74CA40-3E8F-4625-BBD5-FB06CA7B2156}" dt="2024-03-02T06:41:41.292" v="411" actId="26606"/>
          <ac:spMkLst>
            <pc:docMk/>
            <pc:sldMk cId="801279459" sldId="273"/>
            <ac:spMk id="8" creationId="{9BAC08BA-A990-45DE-827D-465FE48DD035}"/>
          </ac:spMkLst>
        </pc:spChg>
        <pc:spChg chg="add del">
          <ac:chgData name="Tejashri Bhilare" userId="d8ebae3cec6b6fcc" providerId="LiveId" clId="{1A74CA40-3E8F-4625-BBD5-FB06CA7B2156}" dt="2024-03-02T06:41:41.292" v="411" actId="26606"/>
          <ac:spMkLst>
            <pc:docMk/>
            <pc:sldMk cId="801279459" sldId="273"/>
            <ac:spMk id="9" creationId="{8F24B72A-A9E3-4284-A53F-5AC3EB5D9089}"/>
          </ac:spMkLst>
        </pc:spChg>
        <pc:spChg chg="add del">
          <ac:chgData name="Tejashri Bhilare" userId="d8ebae3cec6b6fcc" providerId="LiveId" clId="{1A74CA40-3E8F-4625-BBD5-FB06CA7B2156}" dt="2024-03-02T06:41:43.536" v="415" actId="26606"/>
          <ac:spMkLst>
            <pc:docMk/>
            <pc:sldMk cId="801279459" sldId="273"/>
            <ac:spMk id="10" creationId="{9BAC08BA-A990-45DE-827D-465FE48DD035}"/>
          </ac:spMkLst>
        </pc:spChg>
        <pc:spChg chg="add del">
          <ac:chgData name="Tejashri Bhilare" userId="d8ebae3cec6b6fcc" providerId="LiveId" clId="{1A74CA40-3E8F-4625-BBD5-FB06CA7B2156}" dt="2024-03-02T06:41:37.801" v="407" actId="26606"/>
          <ac:spMkLst>
            <pc:docMk/>
            <pc:sldMk cId="801279459" sldId="273"/>
            <ac:spMk id="11" creationId="{7043E05F-184D-4F03-8A9D-D2A78C09A6FD}"/>
          </ac:spMkLst>
        </pc:spChg>
        <pc:spChg chg="add del">
          <ac:chgData name="Tejashri Bhilare" userId="d8ebae3cec6b6fcc" providerId="LiveId" clId="{1A74CA40-3E8F-4625-BBD5-FB06CA7B2156}" dt="2024-03-02T06:41:43.536" v="415" actId="26606"/>
          <ac:spMkLst>
            <pc:docMk/>
            <pc:sldMk cId="801279459" sldId="273"/>
            <ac:spMk id="12" creationId="{8F24B72A-A9E3-4284-A53F-5AC3EB5D9089}"/>
          </ac:spMkLst>
        </pc:spChg>
        <pc:spChg chg="add del">
          <ac:chgData name="Tejashri Bhilare" userId="d8ebae3cec6b6fcc" providerId="LiveId" clId="{1A74CA40-3E8F-4625-BBD5-FB06CA7B2156}" dt="2024-03-02T06:41:37.801" v="407" actId="26606"/>
          <ac:spMkLst>
            <pc:docMk/>
            <pc:sldMk cId="801279459" sldId="273"/>
            <ac:spMk id="13" creationId="{41F43512-5B5C-4D25-9BF3-E60A85A85702}"/>
          </ac:spMkLst>
        </pc:spChg>
        <pc:picChg chg="mod">
          <ac:chgData name="Tejashri Bhilare" userId="d8ebae3cec6b6fcc" providerId="LiveId" clId="{1A74CA40-3E8F-4625-BBD5-FB06CA7B2156}" dt="2024-03-02T06:41:43.540" v="416" actId="26606"/>
          <ac:picMkLst>
            <pc:docMk/>
            <pc:sldMk cId="801279459" sldId="273"/>
            <ac:picMk id="5" creationId="{969B8ADB-0BD5-437E-8F48-C75ECC17674B}"/>
          </ac:picMkLst>
        </pc:picChg>
      </pc:sldChg>
      <pc:sldChg chg="addSp delSp modSp mod setBg setClrOvrMap">
        <pc:chgData name="Tejashri Bhilare" userId="d8ebae3cec6b6fcc" providerId="LiveId" clId="{1A74CA40-3E8F-4625-BBD5-FB06CA7B2156}" dt="2024-03-02T06:42:49.002" v="438" actId="26606"/>
        <pc:sldMkLst>
          <pc:docMk/>
          <pc:sldMk cId="2778563342" sldId="274"/>
        </pc:sldMkLst>
        <pc:spChg chg="mod">
          <ac:chgData name="Tejashri Bhilare" userId="d8ebae3cec6b6fcc" providerId="LiveId" clId="{1A74CA40-3E8F-4625-BBD5-FB06CA7B2156}" dt="2024-03-02T06:42:49.002" v="438" actId="26606"/>
          <ac:spMkLst>
            <pc:docMk/>
            <pc:sldMk cId="2778563342" sldId="274"/>
            <ac:spMk id="2" creationId="{4F2FA51B-4C21-4797-A5E1-7BE7DE7F9497}"/>
          </ac:spMkLst>
        </pc:spChg>
        <pc:spChg chg="mod ord">
          <ac:chgData name="Tejashri Bhilare" userId="d8ebae3cec6b6fcc" providerId="LiveId" clId="{1A74CA40-3E8F-4625-BBD5-FB06CA7B2156}" dt="2024-03-02T06:42:49.002" v="438" actId="26606"/>
          <ac:spMkLst>
            <pc:docMk/>
            <pc:sldMk cId="2778563342" sldId="274"/>
            <ac:spMk id="6" creationId="{21E134FC-7E3E-4789-9616-B4EA83BCF8C7}"/>
          </ac:spMkLst>
        </pc:spChg>
        <pc:spChg chg="add del">
          <ac:chgData name="Tejashri Bhilare" userId="d8ebae3cec6b6fcc" providerId="LiveId" clId="{1A74CA40-3E8F-4625-BBD5-FB06CA7B2156}" dt="2024-03-02T06:41:51.717" v="418" actId="26606"/>
          <ac:spMkLst>
            <pc:docMk/>
            <pc:sldMk cId="2778563342" sldId="274"/>
            <ac:spMk id="15" creationId="{D4827056-B21E-48DF-BC47-AC7FE5FC33E8}"/>
          </ac:spMkLst>
        </pc:spChg>
        <pc:spChg chg="add del">
          <ac:chgData name="Tejashri Bhilare" userId="d8ebae3cec6b6fcc" providerId="LiveId" clId="{1A74CA40-3E8F-4625-BBD5-FB06CA7B2156}" dt="2024-03-02T06:41:51.717" v="418" actId="26606"/>
          <ac:spMkLst>
            <pc:docMk/>
            <pc:sldMk cId="2778563342" sldId="274"/>
            <ac:spMk id="17" creationId="{34AEA6BE-3DAC-49F8-9301-61F527E666A2}"/>
          </ac:spMkLst>
        </pc:spChg>
        <pc:spChg chg="add del">
          <ac:chgData name="Tejashri Bhilare" userId="d8ebae3cec6b6fcc" providerId="LiveId" clId="{1A74CA40-3E8F-4625-BBD5-FB06CA7B2156}" dt="2024-03-02T06:41:54.744" v="420" actId="26606"/>
          <ac:spMkLst>
            <pc:docMk/>
            <pc:sldMk cId="2778563342" sldId="274"/>
            <ac:spMk id="19" creationId="{62CF8646-2F2F-43D6-B367-96133A4B940C}"/>
          </ac:spMkLst>
        </pc:spChg>
        <pc:spChg chg="add del">
          <ac:chgData name="Tejashri Bhilare" userId="d8ebae3cec6b6fcc" providerId="LiveId" clId="{1A74CA40-3E8F-4625-BBD5-FB06CA7B2156}" dt="2024-03-02T06:41:54.744" v="420" actId="26606"/>
          <ac:spMkLst>
            <pc:docMk/>
            <pc:sldMk cId="2778563342" sldId="274"/>
            <ac:spMk id="20" creationId="{3FF1898D-2CDA-4866-B57E-F69A266085DF}"/>
          </ac:spMkLst>
        </pc:spChg>
        <pc:spChg chg="add del">
          <ac:chgData name="Tejashri Bhilare" userId="d8ebae3cec6b6fcc" providerId="LiveId" clId="{1A74CA40-3E8F-4625-BBD5-FB06CA7B2156}" dt="2024-03-02T06:41:54.744" v="420" actId="26606"/>
          <ac:spMkLst>
            <pc:docMk/>
            <pc:sldMk cId="2778563342" sldId="274"/>
            <ac:spMk id="21" creationId="{95A5CA86-04FE-444F-A6F6-12AA9A6B34BB}"/>
          </ac:spMkLst>
        </pc:spChg>
        <pc:spChg chg="add del">
          <ac:chgData name="Tejashri Bhilare" userId="d8ebae3cec6b6fcc" providerId="LiveId" clId="{1A74CA40-3E8F-4625-BBD5-FB06CA7B2156}" dt="2024-03-02T06:41:54.744" v="420" actId="26606"/>
          <ac:spMkLst>
            <pc:docMk/>
            <pc:sldMk cId="2778563342" sldId="274"/>
            <ac:spMk id="22" creationId="{ADD80CDE-8D5C-4B17-8900-3539DC1A8BF8}"/>
          </ac:spMkLst>
        </pc:spChg>
        <pc:spChg chg="add del">
          <ac:chgData name="Tejashri Bhilare" userId="d8ebae3cec6b6fcc" providerId="LiveId" clId="{1A74CA40-3E8F-4625-BBD5-FB06CA7B2156}" dt="2024-03-02T06:41:54.744" v="420" actId="26606"/>
          <ac:spMkLst>
            <pc:docMk/>
            <pc:sldMk cId="2778563342" sldId="274"/>
            <ac:spMk id="23" creationId="{8C3CA8BC-EA10-441A-8FE8-4FC1490C7690}"/>
          </ac:spMkLst>
        </pc:spChg>
        <pc:spChg chg="add del">
          <ac:chgData name="Tejashri Bhilare" userId="d8ebae3cec6b6fcc" providerId="LiveId" clId="{1A74CA40-3E8F-4625-BBD5-FB06CA7B2156}" dt="2024-03-02T06:41:54.744" v="420" actId="26606"/>
          <ac:spMkLst>
            <pc:docMk/>
            <pc:sldMk cId="2778563342" sldId="274"/>
            <ac:spMk id="25" creationId="{15E5DF24-2E5C-457C-AA35-A531545FE5BE}"/>
          </ac:spMkLst>
        </pc:spChg>
        <pc:spChg chg="add del">
          <ac:chgData name="Tejashri Bhilare" userId="d8ebae3cec6b6fcc" providerId="LiveId" clId="{1A74CA40-3E8F-4625-BBD5-FB06CA7B2156}" dt="2024-03-02T06:41:57.887" v="424" actId="26606"/>
          <ac:spMkLst>
            <pc:docMk/>
            <pc:sldMk cId="2778563342" sldId="274"/>
            <ac:spMk id="29" creationId="{3FF1898D-2CDA-4866-B57E-F69A266085DF}"/>
          </ac:spMkLst>
        </pc:spChg>
        <pc:spChg chg="add del">
          <ac:chgData name="Tejashri Bhilare" userId="d8ebae3cec6b6fcc" providerId="LiveId" clId="{1A74CA40-3E8F-4625-BBD5-FB06CA7B2156}" dt="2024-03-02T06:41:57.887" v="424" actId="26606"/>
          <ac:spMkLst>
            <pc:docMk/>
            <pc:sldMk cId="2778563342" sldId="274"/>
            <ac:spMk id="30" creationId="{ADD80CDE-8D5C-4B17-8900-3539DC1A8BF8}"/>
          </ac:spMkLst>
        </pc:spChg>
        <pc:spChg chg="add del">
          <ac:chgData name="Tejashri Bhilare" userId="d8ebae3cec6b6fcc" providerId="LiveId" clId="{1A74CA40-3E8F-4625-BBD5-FB06CA7B2156}" dt="2024-03-02T06:41:57.887" v="424" actId="26606"/>
          <ac:spMkLst>
            <pc:docMk/>
            <pc:sldMk cId="2778563342" sldId="274"/>
            <ac:spMk id="31" creationId="{62CF8646-2F2F-43D6-B367-96133A4B940C}"/>
          </ac:spMkLst>
        </pc:spChg>
        <pc:spChg chg="add del">
          <ac:chgData name="Tejashri Bhilare" userId="d8ebae3cec6b6fcc" providerId="LiveId" clId="{1A74CA40-3E8F-4625-BBD5-FB06CA7B2156}" dt="2024-03-02T06:41:57.887" v="424" actId="26606"/>
          <ac:spMkLst>
            <pc:docMk/>
            <pc:sldMk cId="2778563342" sldId="274"/>
            <ac:spMk id="32" creationId="{95A5CA86-04FE-444F-A6F6-12AA9A6B34BB}"/>
          </ac:spMkLst>
        </pc:spChg>
        <pc:spChg chg="add del">
          <ac:chgData name="Tejashri Bhilare" userId="d8ebae3cec6b6fcc" providerId="LiveId" clId="{1A74CA40-3E8F-4625-BBD5-FB06CA7B2156}" dt="2024-03-02T06:41:57.887" v="424" actId="26606"/>
          <ac:spMkLst>
            <pc:docMk/>
            <pc:sldMk cId="2778563342" sldId="274"/>
            <ac:spMk id="33" creationId="{8C3CA8BC-EA10-441A-8FE8-4FC1490C7690}"/>
          </ac:spMkLst>
        </pc:spChg>
        <pc:spChg chg="add del">
          <ac:chgData name="Tejashri Bhilare" userId="d8ebae3cec6b6fcc" providerId="LiveId" clId="{1A74CA40-3E8F-4625-BBD5-FB06CA7B2156}" dt="2024-03-02T06:41:57.887" v="424" actId="26606"/>
          <ac:spMkLst>
            <pc:docMk/>
            <pc:sldMk cId="2778563342" sldId="274"/>
            <ac:spMk id="34" creationId="{15E5DF24-2E5C-457C-AA35-A531545FE5BE}"/>
          </ac:spMkLst>
        </pc:spChg>
        <pc:spChg chg="add del">
          <ac:chgData name="Tejashri Bhilare" userId="d8ebae3cec6b6fcc" providerId="LiveId" clId="{1A74CA40-3E8F-4625-BBD5-FB06CA7B2156}" dt="2024-03-02T06:41:59.784" v="426" actId="26606"/>
          <ac:spMkLst>
            <pc:docMk/>
            <pc:sldMk cId="2778563342" sldId="274"/>
            <ac:spMk id="36" creationId="{F80EB0A2-E855-4D78-B94E-FE7BA01749E0}"/>
          </ac:spMkLst>
        </pc:spChg>
        <pc:spChg chg="add del">
          <ac:chgData name="Tejashri Bhilare" userId="d8ebae3cec6b6fcc" providerId="LiveId" clId="{1A74CA40-3E8F-4625-BBD5-FB06CA7B2156}" dt="2024-03-02T06:42:23.367" v="430" actId="26606"/>
          <ac:spMkLst>
            <pc:docMk/>
            <pc:sldMk cId="2778563342" sldId="274"/>
            <ac:spMk id="38" creationId="{3FF1898D-2CDA-4866-B57E-F69A266085DF}"/>
          </ac:spMkLst>
        </pc:spChg>
        <pc:spChg chg="add del">
          <ac:chgData name="Tejashri Bhilare" userId="d8ebae3cec6b6fcc" providerId="LiveId" clId="{1A74CA40-3E8F-4625-BBD5-FB06CA7B2156}" dt="2024-03-02T06:42:23.367" v="430" actId="26606"/>
          <ac:spMkLst>
            <pc:docMk/>
            <pc:sldMk cId="2778563342" sldId="274"/>
            <ac:spMk id="39" creationId="{ADD80CDE-8D5C-4B17-8900-3539DC1A8BF8}"/>
          </ac:spMkLst>
        </pc:spChg>
        <pc:spChg chg="add del">
          <ac:chgData name="Tejashri Bhilare" userId="d8ebae3cec6b6fcc" providerId="LiveId" clId="{1A74CA40-3E8F-4625-BBD5-FB06CA7B2156}" dt="2024-03-02T06:42:23.367" v="430" actId="26606"/>
          <ac:spMkLst>
            <pc:docMk/>
            <pc:sldMk cId="2778563342" sldId="274"/>
            <ac:spMk id="40" creationId="{62CF8646-2F2F-43D6-B367-96133A4B940C}"/>
          </ac:spMkLst>
        </pc:spChg>
        <pc:spChg chg="add del">
          <ac:chgData name="Tejashri Bhilare" userId="d8ebae3cec6b6fcc" providerId="LiveId" clId="{1A74CA40-3E8F-4625-BBD5-FB06CA7B2156}" dt="2024-03-02T06:42:23.367" v="430" actId="26606"/>
          <ac:spMkLst>
            <pc:docMk/>
            <pc:sldMk cId="2778563342" sldId="274"/>
            <ac:spMk id="41" creationId="{95A5CA86-04FE-444F-A6F6-12AA9A6B34BB}"/>
          </ac:spMkLst>
        </pc:spChg>
        <pc:spChg chg="add del">
          <ac:chgData name="Tejashri Bhilare" userId="d8ebae3cec6b6fcc" providerId="LiveId" clId="{1A74CA40-3E8F-4625-BBD5-FB06CA7B2156}" dt="2024-03-02T06:42:23.367" v="430" actId="26606"/>
          <ac:spMkLst>
            <pc:docMk/>
            <pc:sldMk cId="2778563342" sldId="274"/>
            <ac:spMk id="42" creationId="{8C3CA8BC-EA10-441A-8FE8-4FC1490C7690}"/>
          </ac:spMkLst>
        </pc:spChg>
        <pc:spChg chg="add del">
          <ac:chgData name="Tejashri Bhilare" userId="d8ebae3cec6b6fcc" providerId="LiveId" clId="{1A74CA40-3E8F-4625-BBD5-FB06CA7B2156}" dt="2024-03-02T06:42:23.367" v="430" actId="26606"/>
          <ac:spMkLst>
            <pc:docMk/>
            <pc:sldMk cId="2778563342" sldId="274"/>
            <ac:spMk id="43" creationId="{15E5DF24-2E5C-457C-AA35-A531545FE5BE}"/>
          </ac:spMkLst>
        </pc:spChg>
        <pc:spChg chg="add del">
          <ac:chgData name="Tejashri Bhilare" userId="d8ebae3cec6b6fcc" providerId="LiveId" clId="{1A74CA40-3E8F-4625-BBD5-FB06CA7B2156}" dt="2024-03-02T06:42:23.355" v="429" actId="26606"/>
          <ac:spMkLst>
            <pc:docMk/>
            <pc:sldMk cId="2778563342" sldId="274"/>
            <ac:spMk id="48" creationId="{AC84E647-551E-4F79-AA8B-3EABCF228EE3}"/>
          </ac:spMkLst>
        </pc:spChg>
        <pc:spChg chg="add del">
          <ac:chgData name="Tejashri Bhilare" userId="d8ebae3cec6b6fcc" providerId="LiveId" clId="{1A74CA40-3E8F-4625-BBD5-FB06CA7B2156}" dt="2024-03-02T06:42:49.002" v="438" actId="26606"/>
          <ac:spMkLst>
            <pc:docMk/>
            <pc:sldMk cId="2778563342" sldId="274"/>
            <ac:spMk id="50" creationId="{7446612D-AED4-4CA4-9FD8-AD029ACD59A8}"/>
          </ac:spMkLst>
        </pc:spChg>
        <pc:spChg chg="add del">
          <ac:chgData name="Tejashri Bhilare" userId="d8ebae3cec6b6fcc" providerId="LiveId" clId="{1A74CA40-3E8F-4625-BBD5-FB06CA7B2156}" dt="2024-03-02T06:42:48.994" v="437" actId="26606"/>
          <ac:spMkLst>
            <pc:docMk/>
            <pc:sldMk cId="2778563342" sldId="274"/>
            <ac:spMk id="55" creationId="{3FF1898D-2CDA-4866-B57E-F69A266085DF}"/>
          </ac:spMkLst>
        </pc:spChg>
        <pc:spChg chg="add del">
          <ac:chgData name="Tejashri Bhilare" userId="d8ebae3cec6b6fcc" providerId="LiveId" clId="{1A74CA40-3E8F-4625-BBD5-FB06CA7B2156}" dt="2024-03-02T06:42:48.994" v="437" actId="26606"/>
          <ac:spMkLst>
            <pc:docMk/>
            <pc:sldMk cId="2778563342" sldId="274"/>
            <ac:spMk id="57" creationId="{ADD80CDE-8D5C-4B17-8900-3539DC1A8BF8}"/>
          </ac:spMkLst>
        </pc:spChg>
        <pc:spChg chg="add del">
          <ac:chgData name="Tejashri Bhilare" userId="d8ebae3cec6b6fcc" providerId="LiveId" clId="{1A74CA40-3E8F-4625-BBD5-FB06CA7B2156}" dt="2024-03-02T06:42:48.994" v="437" actId="26606"/>
          <ac:spMkLst>
            <pc:docMk/>
            <pc:sldMk cId="2778563342" sldId="274"/>
            <ac:spMk id="59" creationId="{62CF8646-2F2F-43D6-B367-96133A4B940C}"/>
          </ac:spMkLst>
        </pc:spChg>
        <pc:spChg chg="add del">
          <ac:chgData name="Tejashri Bhilare" userId="d8ebae3cec6b6fcc" providerId="LiveId" clId="{1A74CA40-3E8F-4625-BBD5-FB06CA7B2156}" dt="2024-03-02T06:42:48.994" v="437" actId="26606"/>
          <ac:spMkLst>
            <pc:docMk/>
            <pc:sldMk cId="2778563342" sldId="274"/>
            <ac:spMk id="61" creationId="{95A5CA86-04FE-444F-A6F6-12AA9A6B34BB}"/>
          </ac:spMkLst>
        </pc:spChg>
        <pc:spChg chg="add del">
          <ac:chgData name="Tejashri Bhilare" userId="d8ebae3cec6b6fcc" providerId="LiveId" clId="{1A74CA40-3E8F-4625-BBD5-FB06CA7B2156}" dt="2024-03-02T06:42:48.994" v="437" actId="26606"/>
          <ac:spMkLst>
            <pc:docMk/>
            <pc:sldMk cId="2778563342" sldId="274"/>
            <ac:spMk id="63" creationId="{8C3CA8BC-EA10-441A-8FE8-4FC1490C7690}"/>
          </ac:spMkLst>
        </pc:spChg>
        <pc:spChg chg="add del">
          <ac:chgData name="Tejashri Bhilare" userId="d8ebae3cec6b6fcc" providerId="LiveId" clId="{1A74CA40-3E8F-4625-BBD5-FB06CA7B2156}" dt="2024-03-02T06:42:48.994" v="437" actId="26606"/>
          <ac:spMkLst>
            <pc:docMk/>
            <pc:sldMk cId="2778563342" sldId="274"/>
            <ac:spMk id="65" creationId="{15E5DF24-2E5C-457C-AA35-A531545FE5BE}"/>
          </ac:spMkLst>
        </pc:spChg>
        <pc:spChg chg="add">
          <ac:chgData name="Tejashri Bhilare" userId="d8ebae3cec6b6fcc" providerId="LiveId" clId="{1A74CA40-3E8F-4625-BBD5-FB06CA7B2156}" dt="2024-03-02T06:42:49.002" v="438" actId="26606"/>
          <ac:spMkLst>
            <pc:docMk/>
            <pc:sldMk cId="2778563342" sldId="274"/>
            <ac:spMk id="67" creationId="{F53F218C-D376-40A2-8215-DC5A53861827}"/>
          </ac:spMkLst>
        </pc:spChg>
        <pc:spChg chg="add">
          <ac:chgData name="Tejashri Bhilare" userId="d8ebae3cec6b6fcc" providerId="LiveId" clId="{1A74CA40-3E8F-4625-BBD5-FB06CA7B2156}" dt="2024-03-02T06:42:49.002" v="438" actId="26606"/>
          <ac:spMkLst>
            <pc:docMk/>
            <pc:sldMk cId="2778563342" sldId="274"/>
            <ac:spMk id="68" creationId="{3AE5CF73-3769-4377-8DFC-C1463DDDE9E5}"/>
          </ac:spMkLst>
        </pc:spChg>
        <pc:picChg chg="mod ord">
          <ac:chgData name="Tejashri Bhilare" userId="d8ebae3cec6b6fcc" providerId="LiveId" clId="{1A74CA40-3E8F-4625-BBD5-FB06CA7B2156}" dt="2024-03-02T06:42:49.002" v="438" actId="26606"/>
          <ac:picMkLst>
            <pc:docMk/>
            <pc:sldMk cId="2778563342" sldId="274"/>
            <ac:picMk id="8" creationId="{425B69A4-29C8-48A3-B455-D0E331AEF4EB}"/>
          </ac:picMkLst>
        </pc:picChg>
        <pc:picChg chg="mod ord">
          <ac:chgData name="Tejashri Bhilare" userId="d8ebae3cec6b6fcc" providerId="LiveId" clId="{1A74CA40-3E8F-4625-BBD5-FB06CA7B2156}" dt="2024-03-02T06:42:49.002" v="438" actId="26606"/>
          <ac:picMkLst>
            <pc:docMk/>
            <pc:sldMk cId="2778563342" sldId="274"/>
            <ac:picMk id="10" creationId="{7F51ECB0-6427-48C5-BA4E-718A6C4B2BAF}"/>
          </ac:picMkLst>
        </pc:picChg>
        <pc:cxnChg chg="add del">
          <ac:chgData name="Tejashri Bhilare" userId="d8ebae3cec6b6fcc" providerId="LiveId" clId="{1A74CA40-3E8F-4625-BBD5-FB06CA7B2156}" dt="2024-03-02T06:41:55.706" v="422" actId="26606"/>
          <ac:cxnSpMkLst>
            <pc:docMk/>
            <pc:sldMk cId="2778563342" sldId="274"/>
            <ac:cxnSpMk id="27" creationId="{B03BBDBC-3BDD-46CD-A6F6-4BEF1E233E36}"/>
          </ac:cxnSpMkLst>
        </pc:cxnChg>
      </pc:sldChg>
      <pc:sldChg chg="addSp modSp mod setBg setClrOvrMap">
        <pc:chgData name="Tejashri Bhilare" userId="d8ebae3cec6b6fcc" providerId="LiveId" clId="{1A74CA40-3E8F-4625-BBD5-FB06CA7B2156}" dt="2024-03-02T06:42:35.007" v="435" actId="26606"/>
        <pc:sldMkLst>
          <pc:docMk/>
          <pc:sldMk cId="1970319416" sldId="275"/>
        </pc:sldMkLst>
        <pc:spChg chg="mod">
          <ac:chgData name="Tejashri Bhilare" userId="d8ebae3cec6b6fcc" providerId="LiveId" clId="{1A74CA40-3E8F-4625-BBD5-FB06CA7B2156}" dt="2024-03-02T06:42:35.007" v="435" actId="26606"/>
          <ac:spMkLst>
            <pc:docMk/>
            <pc:sldMk cId="1970319416" sldId="275"/>
            <ac:spMk id="2" creationId="{4F2FA51B-4C21-4797-A5E1-7BE7DE7F9497}"/>
          </ac:spMkLst>
        </pc:spChg>
        <pc:spChg chg="mod">
          <ac:chgData name="Tejashri Bhilare" userId="d8ebae3cec6b6fcc" providerId="LiveId" clId="{1A74CA40-3E8F-4625-BBD5-FB06CA7B2156}" dt="2024-03-02T06:42:35.007" v="435" actId="26606"/>
          <ac:spMkLst>
            <pc:docMk/>
            <pc:sldMk cId="1970319416" sldId="275"/>
            <ac:spMk id="6" creationId="{21E134FC-7E3E-4789-9616-B4EA83BCF8C7}"/>
          </ac:spMkLst>
        </pc:spChg>
        <pc:spChg chg="add">
          <ac:chgData name="Tejashri Bhilare" userId="d8ebae3cec6b6fcc" providerId="LiveId" clId="{1A74CA40-3E8F-4625-BBD5-FB06CA7B2156}" dt="2024-03-02T06:42:35.007" v="435" actId="26606"/>
          <ac:spMkLst>
            <pc:docMk/>
            <pc:sldMk cId="1970319416" sldId="275"/>
            <ac:spMk id="11" creationId="{7043E05F-184D-4F03-8A9D-D2A78C09A6FD}"/>
          </ac:spMkLst>
        </pc:spChg>
        <pc:spChg chg="add">
          <ac:chgData name="Tejashri Bhilare" userId="d8ebae3cec6b6fcc" providerId="LiveId" clId="{1A74CA40-3E8F-4625-BBD5-FB06CA7B2156}" dt="2024-03-02T06:42:35.007" v="435" actId="26606"/>
          <ac:spMkLst>
            <pc:docMk/>
            <pc:sldMk cId="1970319416" sldId="275"/>
            <ac:spMk id="13" creationId="{41F43512-5B5C-4D25-9BF3-E60A85A85702}"/>
          </ac:spMkLst>
        </pc:spChg>
        <pc:picChg chg="mod ord">
          <ac:chgData name="Tejashri Bhilare" userId="d8ebae3cec6b6fcc" providerId="LiveId" clId="{1A74CA40-3E8F-4625-BBD5-FB06CA7B2156}" dt="2024-03-02T06:42:35.007" v="435" actId="26606"/>
          <ac:picMkLst>
            <pc:docMk/>
            <pc:sldMk cId="1970319416" sldId="275"/>
            <ac:picMk id="4" creationId="{FB97173D-396C-4974-81FF-55ABA17D33B1}"/>
          </ac:picMkLst>
        </pc:picChg>
      </pc:sldChg>
      <pc:sldChg chg="addSp delSp modSp mod setBg setClrOvrMap">
        <pc:chgData name="Tejashri Bhilare" userId="d8ebae3cec6b6fcc" providerId="LiveId" clId="{1A74CA40-3E8F-4625-BBD5-FB06CA7B2156}" dt="2024-03-02T06:47:32.954" v="460" actId="26606"/>
        <pc:sldMkLst>
          <pc:docMk/>
          <pc:sldMk cId="1698905139" sldId="276"/>
        </pc:sldMkLst>
        <pc:spChg chg="mod">
          <ac:chgData name="Tejashri Bhilare" userId="d8ebae3cec6b6fcc" providerId="LiveId" clId="{1A74CA40-3E8F-4625-BBD5-FB06CA7B2156}" dt="2024-03-02T06:47:32.954" v="460" actId="26606"/>
          <ac:spMkLst>
            <pc:docMk/>
            <pc:sldMk cId="1698905139" sldId="276"/>
            <ac:spMk id="2" creationId="{4F2FA51B-4C21-4797-A5E1-7BE7DE7F9497}"/>
          </ac:spMkLst>
        </pc:spChg>
        <pc:spChg chg="mod">
          <ac:chgData name="Tejashri Bhilare" userId="d8ebae3cec6b6fcc" providerId="LiveId" clId="{1A74CA40-3E8F-4625-BBD5-FB06CA7B2156}" dt="2024-03-02T06:47:32.954" v="460" actId="26606"/>
          <ac:spMkLst>
            <pc:docMk/>
            <pc:sldMk cId="1698905139" sldId="276"/>
            <ac:spMk id="6" creationId="{21E134FC-7E3E-4789-9616-B4EA83BCF8C7}"/>
          </ac:spMkLst>
        </pc:spChg>
        <pc:spChg chg="add">
          <ac:chgData name="Tejashri Bhilare" userId="d8ebae3cec6b6fcc" providerId="LiveId" clId="{1A74CA40-3E8F-4625-BBD5-FB06CA7B2156}" dt="2024-03-02T06:47:32.954" v="460" actId="26606"/>
          <ac:spMkLst>
            <pc:docMk/>
            <pc:sldMk cId="1698905139" sldId="276"/>
            <ac:spMk id="8" creationId="{7043E05F-184D-4F03-8A9D-D2A78C09A6FD}"/>
          </ac:spMkLst>
        </pc:spChg>
        <pc:spChg chg="add">
          <ac:chgData name="Tejashri Bhilare" userId="d8ebae3cec6b6fcc" providerId="LiveId" clId="{1A74CA40-3E8F-4625-BBD5-FB06CA7B2156}" dt="2024-03-02T06:47:32.954" v="460" actId="26606"/>
          <ac:spMkLst>
            <pc:docMk/>
            <pc:sldMk cId="1698905139" sldId="276"/>
            <ac:spMk id="9" creationId="{41F43512-5B5C-4D25-9BF3-E60A85A85702}"/>
          </ac:spMkLst>
        </pc:spChg>
        <pc:spChg chg="add del">
          <ac:chgData name="Tejashri Bhilare" userId="d8ebae3cec6b6fcc" providerId="LiveId" clId="{1A74CA40-3E8F-4625-BBD5-FB06CA7B2156}" dt="2024-03-02T06:43:18.090" v="455" actId="26606"/>
          <ac:spMkLst>
            <pc:docMk/>
            <pc:sldMk cId="1698905139" sldId="276"/>
            <ac:spMk id="11" creationId="{66DC9962-D7D3-42F4-91E6-7F869A27EA74}"/>
          </ac:spMkLst>
        </pc:spChg>
        <pc:spChg chg="add del">
          <ac:chgData name="Tejashri Bhilare" userId="d8ebae3cec6b6fcc" providerId="LiveId" clId="{1A74CA40-3E8F-4625-BBD5-FB06CA7B2156}" dt="2024-03-02T06:43:18.090" v="455" actId="26606"/>
          <ac:spMkLst>
            <pc:docMk/>
            <pc:sldMk cId="1698905139" sldId="276"/>
            <ac:spMk id="13" creationId="{3B989360-D69A-4A32-87FD-D2226A028027}"/>
          </ac:spMkLst>
        </pc:spChg>
        <pc:picChg chg="mod ord">
          <ac:chgData name="Tejashri Bhilare" userId="d8ebae3cec6b6fcc" providerId="LiveId" clId="{1A74CA40-3E8F-4625-BBD5-FB06CA7B2156}" dt="2024-03-02T06:47:32.954" v="460" actId="26606"/>
          <ac:picMkLst>
            <pc:docMk/>
            <pc:sldMk cId="1698905139" sldId="276"/>
            <ac:picMk id="5" creationId="{78987745-25B7-46D6-B3C6-C8A49E56BB2C}"/>
          </ac:picMkLst>
        </pc:picChg>
      </pc:sldChg>
      <pc:sldChg chg="addSp modSp mod setBg setClrOvrMap">
        <pc:chgData name="Tejashri Bhilare" userId="d8ebae3cec6b6fcc" providerId="LiveId" clId="{1A74CA40-3E8F-4625-BBD5-FB06CA7B2156}" dt="2024-03-02T06:47:38.533" v="461" actId="26606"/>
        <pc:sldMkLst>
          <pc:docMk/>
          <pc:sldMk cId="791012106" sldId="277"/>
        </pc:sldMkLst>
        <pc:spChg chg="mod">
          <ac:chgData name="Tejashri Bhilare" userId="d8ebae3cec6b6fcc" providerId="LiveId" clId="{1A74CA40-3E8F-4625-BBD5-FB06CA7B2156}" dt="2024-03-02T06:47:38.533" v="461" actId="26606"/>
          <ac:spMkLst>
            <pc:docMk/>
            <pc:sldMk cId="791012106" sldId="277"/>
            <ac:spMk id="2" creationId="{4F2FA51B-4C21-4797-A5E1-7BE7DE7F9497}"/>
          </ac:spMkLst>
        </pc:spChg>
        <pc:spChg chg="mod">
          <ac:chgData name="Tejashri Bhilare" userId="d8ebae3cec6b6fcc" providerId="LiveId" clId="{1A74CA40-3E8F-4625-BBD5-FB06CA7B2156}" dt="2024-03-02T06:47:38.533" v="461" actId="26606"/>
          <ac:spMkLst>
            <pc:docMk/>
            <pc:sldMk cId="791012106" sldId="277"/>
            <ac:spMk id="6" creationId="{21E134FC-7E3E-4789-9616-B4EA83BCF8C7}"/>
          </ac:spMkLst>
        </pc:spChg>
        <pc:spChg chg="add">
          <ac:chgData name="Tejashri Bhilare" userId="d8ebae3cec6b6fcc" providerId="LiveId" clId="{1A74CA40-3E8F-4625-BBD5-FB06CA7B2156}" dt="2024-03-02T06:47:38.533" v="461" actId="26606"/>
          <ac:spMkLst>
            <pc:docMk/>
            <pc:sldMk cId="791012106" sldId="277"/>
            <ac:spMk id="11" creationId="{66DC9962-D7D3-42F4-91E6-7F869A27EA74}"/>
          </ac:spMkLst>
        </pc:spChg>
        <pc:spChg chg="add">
          <ac:chgData name="Tejashri Bhilare" userId="d8ebae3cec6b6fcc" providerId="LiveId" clId="{1A74CA40-3E8F-4625-BBD5-FB06CA7B2156}" dt="2024-03-02T06:47:38.533" v="461" actId="26606"/>
          <ac:spMkLst>
            <pc:docMk/>
            <pc:sldMk cId="791012106" sldId="277"/>
            <ac:spMk id="13" creationId="{3B989360-D69A-4A32-87FD-D2226A028027}"/>
          </ac:spMkLst>
        </pc:spChg>
        <pc:picChg chg="mod">
          <ac:chgData name="Tejashri Bhilare" userId="d8ebae3cec6b6fcc" providerId="LiveId" clId="{1A74CA40-3E8F-4625-BBD5-FB06CA7B2156}" dt="2024-03-02T06:47:38.533" v="461" actId="26606"/>
          <ac:picMkLst>
            <pc:docMk/>
            <pc:sldMk cId="791012106" sldId="277"/>
            <ac:picMk id="4" creationId="{7E6CBFDB-2330-49A9-8B23-342770462E45}"/>
          </ac:picMkLst>
        </pc:picChg>
      </pc:sldChg>
      <pc:sldChg chg="addSp delSp modSp mod setBg setClrOvrMap">
        <pc:chgData name="Tejashri Bhilare" userId="d8ebae3cec6b6fcc" providerId="LiveId" clId="{1A74CA40-3E8F-4625-BBD5-FB06CA7B2156}" dt="2024-03-02T06:43:04.077" v="447" actId="26606"/>
        <pc:sldMkLst>
          <pc:docMk/>
          <pc:sldMk cId="1935843621" sldId="278"/>
        </pc:sldMkLst>
        <pc:spChg chg="mod">
          <ac:chgData name="Tejashri Bhilare" userId="d8ebae3cec6b6fcc" providerId="LiveId" clId="{1A74CA40-3E8F-4625-BBD5-FB06CA7B2156}" dt="2024-03-02T06:43:04.077" v="447" actId="26606"/>
          <ac:spMkLst>
            <pc:docMk/>
            <pc:sldMk cId="1935843621" sldId="278"/>
            <ac:spMk id="2" creationId="{4F2FA51B-4C21-4797-A5E1-7BE7DE7F9497}"/>
          </ac:spMkLst>
        </pc:spChg>
        <pc:spChg chg="mod">
          <ac:chgData name="Tejashri Bhilare" userId="d8ebae3cec6b6fcc" providerId="LiveId" clId="{1A74CA40-3E8F-4625-BBD5-FB06CA7B2156}" dt="2024-03-02T06:43:04.077" v="447" actId="26606"/>
          <ac:spMkLst>
            <pc:docMk/>
            <pc:sldMk cId="1935843621" sldId="278"/>
            <ac:spMk id="6" creationId="{21E134FC-7E3E-4789-9616-B4EA83BCF8C7}"/>
          </ac:spMkLst>
        </pc:spChg>
        <pc:spChg chg="add del">
          <ac:chgData name="Tejashri Bhilare" userId="d8ebae3cec6b6fcc" providerId="LiveId" clId="{1A74CA40-3E8F-4625-BBD5-FB06CA7B2156}" dt="2024-03-02T06:43:04.065" v="446" actId="26606"/>
          <ac:spMkLst>
            <pc:docMk/>
            <pc:sldMk cId="1935843621" sldId="278"/>
            <ac:spMk id="11" creationId="{EFA2AC96-1E47-421C-A03F-F98E354EB4E6}"/>
          </ac:spMkLst>
        </pc:spChg>
        <pc:picChg chg="mod">
          <ac:chgData name="Tejashri Bhilare" userId="d8ebae3cec6b6fcc" providerId="LiveId" clId="{1A74CA40-3E8F-4625-BBD5-FB06CA7B2156}" dt="2024-03-02T06:43:04.077" v="447" actId="26606"/>
          <ac:picMkLst>
            <pc:docMk/>
            <pc:sldMk cId="1935843621" sldId="278"/>
            <ac:picMk id="5" creationId="{A015D7C1-5859-4B1E-89D3-177276AFEDB4}"/>
          </ac:picMkLst>
        </pc:picChg>
      </pc:sldChg>
      <pc:sldChg chg="addSp delSp modSp mod setBg setClrOvrMap">
        <pc:chgData name="Tejashri Bhilare" userId="d8ebae3cec6b6fcc" providerId="LiveId" clId="{1A74CA40-3E8F-4625-BBD5-FB06CA7B2156}" dt="2024-03-02T06:47:45.464" v="464" actId="26606"/>
        <pc:sldMkLst>
          <pc:docMk/>
          <pc:sldMk cId="1463436881" sldId="279"/>
        </pc:sldMkLst>
        <pc:spChg chg="mod">
          <ac:chgData name="Tejashri Bhilare" userId="d8ebae3cec6b6fcc" providerId="LiveId" clId="{1A74CA40-3E8F-4625-BBD5-FB06CA7B2156}" dt="2024-03-02T06:47:45.464" v="464" actId="26606"/>
          <ac:spMkLst>
            <pc:docMk/>
            <pc:sldMk cId="1463436881" sldId="279"/>
            <ac:spMk id="2" creationId="{4F2FA51B-4C21-4797-A5E1-7BE7DE7F9497}"/>
          </ac:spMkLst>
        </pc:spChg>
        <pc:spChg chg="mod">
          <ac:chgData name="Tejashri Bhilare" userId="d8ebae3cec6b6fcc" providerId="LiveId" clId="{1A74CA40-3E8F-4625-BBD5-FB06CA7B2156}" dt="2024-03-02T06:47:45.464" v="464" actId="26606"/>
          <ac:spMkLst>
            <pc:docMk/>
            <pc:sldMk cId="1463436881" sldId="279"/>
            <ac:spMk id="6" creationId="{21E134FC-7E3E-4789-9616-B4EA83BCF8C7}"/>
          </ac:spMkLst>
        </pc:spChg>
        <pc:spChg chg="add del">
          <ac:chgData name="Tejashri Bhilare" userId="d8ebae3cec6b6fcc" providerId="LiveId" clId="{1A74CA40-3E8F-4625-BBD5-FB06CA7B2156}" dt="2024-03-02T06:47:45.450" v="463" actId="26606"/>
          <ac:spMkLst>
            <pc:docMk/>
            <pc:sldMk cId="1463436881" sldId="279"/>
            <ac:spMk id="11" creationId="{C0865711-6672-464E-9898-F02A3D552D2C}"/>
          </ac:spMkLst>
        </pc:spChg>
        <pc:spChg chg="add del">
          <ac:chgData name="Tejashri Bhilare" userId="d8ebae3cec6b6fcc" providerId="LiveId" clId="{1A74CA40-3E8F-4625-BBD5-FB06CA7B2156}" dt="2024-03-02T06:47:45.450" v="463" actId="26606"/>
          <ac:spMkLst>
            <pc:docMk/>
            <pc:sldMk cId="1463436881" sldId="279"/>
            <ac:spMk id="13" creationId="{10EC6E67-0A0F-40C2-8226-ABD67A60A33B}"/>
          </ac:spMkLst>
        </pc:spChg>
        <pc:spChg chg="add">
          <ac:chgData name="Tejashri Bhilare" userId="d8ebae3cec6b6fcc" providerId="LiveId" clId="{1A74CA40-3E8F-4625-BBD5-FB06CA7B2156}" dt="2024-03-02T06:47:45.464" v="464" actId="26606"/>
          <ac:spMkLst>
            <pc:docMk/>
            <pc:sldMk cId="1463436881" sldId="279"/>
            <ac:spMk id="15" creationId="{F105B74E-4D51-4DD1-96CB-EFA8B39195B9}"/>
          </ac:spMkLst>
        </pc:spChg>
        <pc:spChg chg="add">
          <ac:chgData name="Tejashri Bhilare" userId="d8ebae3cec6b6fcc" providerId="LiveId" clId="{1A74CA40-3E8F-4625-BBD5-FB06CA7B2156}" dt="2024-03-02T06:47:45.464" v="464" actId="26606"/>
          <ac:spMkLst>
            <pc:docMk/>
            <pc:sldMk cId="1463436881" sldId="279"/>
            <ac:spMk id="16" creationId="{3835C4B7-B206-4B00-99E2-44CA30053B11}"/>
          </ac:spMkLst>
        </pc:spChg>
        <pc:picChg chg="mod">
          <ac:chgData name="Tejashri Bhilare" userId="d8ebae3cec6b6fcc" providerId="LiveId" clId="{1A74CA40-3E8F-4625-BBD5-FB06CA7B2156}" dt="2024-03-02T06:47:45.464" v="464" actId="26606"/>
          <ac:picMkLst>
            <pc:docMk/>
            <pc:sldMk cId="1463436881" sldId="279"/>
            <ac:picMk id="4" creationId="{59542FA4-7A88-4F6A-B303-79CEAFE63CEA}"/>
          </ac:picMkLst>
        </pc:picChg>
      </pc:sldChg>
      <pc:sldChg chg="addSp delSp modSp mod setBg setClrOvrMap">
        <pc:chgData name="Tejashri Bhilare" userId="d8ebae3cec6b6fcc" providerId="LiveId" clId="{1A74CA40-3E8F-4625-BBD5-FB06CA7B2156}" dt="2024-03-02T06:47:54.377" v="471" actId="26606"/>
        <pc:sldMkLst>
          <pc:docMk/>
          <pc:sldMk cId="3427771144" sldId="280"/>
        </pc:sldMkLst>
        <pc:spChg chg="mod">
          <ac:chgData name="Tejashri Bhilare" userId="d8ebae3cec6b6fcc" providerId="LiveId" clId="{1A74CA40-3E8F-4625-BBD5-FB06CA7B2156}" dt="2024-03-02T06:47:54.377" v="471" actId="26606"/>
          <ac:spMkLst>
            <pc:docMk/>
            <pc:sldMk cId="3427771144" sldId="280"/>
            <ac:spMk id="2" creationId="{4F2FA51B-4C21-4797-A5E1-7BE7DE7F9497}"/>
          </ac:spMkLst>
        </pc:spChg>
        <pc:spChg chg="mod">
          <ac:chgData name="Tejashri Bhilare" userId="d8ebae3cec6b6fcc" providerId="LiveId" clId="{1A74CA40-3E8F-4625-BBD5-FB06CA7B2156}" dt="2024-03-02T06:47:54.377" v="471" actId="26606"/>
          <ac:spMkLst>
            <pc:docMk/>
            <pc:sldMk cId="3427771144" sldId="280"/>
            <ac:spMk id="6" creationId="{21E134FC-7E3E-4789-9616-B4EA83BCF8C7}"/>
          </ac:spMkLst>
        </pc:spChg>
        <pc:spChg chg="add del">
          <ac:chgData name="Tejashri Bhilare" userId="d8ebae3cec6b6fcc" providerId="LiveId" clId="{1A74CA40-3E8F-4625-BBD5-FB06CA7B2156}" dt="2024-03-02T06:47:51.612" v="466" actId="26606"/>
          <ac:spMkLst>
            <pc:docMk/>
            <pc:sldMk cId="3427771144" sldId="280"/>
            <ac:spMk id="13" creationId="{C0865711-6672-464E-9898-F02A3D552D2C}"/>
          </ac:spMkLst>
        </pc:spChg>
        <pc:spChg chg="add del">
          <ac:chgData name="Tejashri Bhilare" userId="d8ebae3cec6b6fcc" providerId="LiveId" clId="{1A74CA40-3E8F-4625-BBD5-FB06CA7B2156}" dt="2024-03-02T06:47:51.612" v="466" actId="26606"/>
          <ac:spMkLst>
            <pc:docMk/>
            <pc:sldMk cId="3427771144" sldId="280"/>
            <ac:spMk id="15" creationId="{10EC6E67-0A0F-40C2-8226-ABD67A60A33B}"/>
          </ac:spMkLst>
        </pc:spChg>
        <pc:spChg chg="add del">
          <ac:chgData name="Tejashri Bhilare" userId="d8ebae3cec6b6fcc" providerId="LiveId" clId="{1A74CA40-3E8F-4625-BBD5-FB06CA7B2156}" dt="2024-03-02T06:47:52.954" v="468" actId="26606"/>
          <ac:spMkLst>
            <pc:docMk/>
            <pc:sldMk cId="3427771144" sldId="280"/>
            <ac:spMk id="17" creationId="{66DC9962-D7D3-42F4-91E6-7F869A27EA74}"/>
          </ac:spMkLst>
        </pc:spChg>
        <pc:spChg chg="add del">
          <ac:chgData name="Tejashri Bhilare" userId="d8ebae3cec6b6fcc" providerId="LiveId" clId="{1A74CA40-3E8F-4625-BBD5-FB06CA7B2156}" dt="2024-03-02T06:47:52.954" v="468" actId="26606"/>
          <ac:spMkLst>
            <pc:docMk/>
            <pc:sldMk cId="3427771144" sldId="280"/>
            <ac:spMk id="18" creationId="{3B989360-D69A-4A32-87FD-D2226A028027}"/>
          </ac:spMkLst>
        </pc:spChg>
        <pc:spChg chg="add">
          <ac:chgData name="Tejashri Bhilare" userId="d8ebae3cec6b6fcc" providerId="LiveId" clId="{1A74CA40-3E8F-4625-BBD5-FB06CA7B2156}" dt="2024-03-02T06:47:54.377" v="471" actId="26606"/>
          <ac:spMkLst>
            <pc:docMk/>
            <pc:sldMk cId="3427771144" sldId="280"/>
            <ac:spMk id="22" creationId="{7043E05F-184D-4F03-8A9D-D2A78C09A6FD}"/>
          </ac:spMkLst>
        </pc:spChg>
        <pc:spChg chg="add">
          <ac:chgData name="Tejashri Bhilare" userId="d8ebae3cec6b6fcc" providerId="LiveId" clId="{1A74CA40-3E8F-4625-BBD5-FB06CA7B2156}" dt="2024-03-02T06:47:54.377" v="471" actId="26606"/>
          <ac:spMkLst>
            <pc:docMk/>
            <pc:sldMk cId="3427771144" sldId="280"/>
            <ac:spMk id="23" creationId="{41F43512-5B5C-4D25-9BF3-E60A85A85702}"/>
          </ac:spMkLst>
        </pc:spChg>
        <pc:picChg chg="mod">
          <ac:chgData name="Tejashri Bhilare" userId="d8ebae3cec6b6fcc" providerId="LiveId" clId="{1A74CA40-3E8F-4625-BBD5-FB06CA7B2156}" dt="2024-03-02T06:47:54.377" v="471" actId="26606"/>
          <ac:picMkLst>
            <pc:docMk/>
            <pc:sldMk cId="3427771144" sldId="280"/>
            <ac:picMk id="8" creationId="{6EB40319-247E-4FE4-AEB6-01DF7148B461}"/>
          </ac:picMkLst>
        </pc:picChg>
        <pc:cxnChg chg="add del">
          <ac:chgData name="Tejashri Bhilare" userId="d8ebae3cec6b6fcc" providerId="LiveId" clId="{1A74CA40-3E8F-4625-BBD5-FB06CA7B2156}" dt="2024-03-02T06:47:54.364" v="470" actId="26606"/>
          <ac:cxnSpMkLst>
            <pc:docMk/>
            <pc:sldMk cId="3427771144" sldId="280"/>
            <ac:cxnSpMk id="20" creationId="{A7728F15-F31F-44FC-A33E-80EE797DE099}"/>
          </ac:cxnSpMkLst>
        </pc:cxnChg>
      </pc:sldChg>
      <pc:sldChg chg="addSp delSp modSp mod setBg addAnim setClrOvrMap">
        <pc:chgData name="Tejashri Bhilare" userId="d8ebae3cec6b6fcc" providerId="LiveId" clId="{1A74CA40-3E8F-4625-BBD5-FB06CA7B2156}" dt="2024-03-02T06:48:51.309" v="488" actId="14100"/>
        <pc:sldMkLst>
          <pc:docMk/>
          <pc:sldMk cId="2653396318" sldId="281"/>
        </pc:sldMkLst>
        <pc:spChg chg="mod">
          <ac:chgData name="Tejashri Bhilare" userId="d8ebae3cec6b6fcc" providerId="LiveId" clId="{1A74CA40-3E8F-4625-BBD5-FB06CA7B2156}" dt="2024-03-02T06:48:51.309" v="488" actId="14100"/>
          <ac:spMkLst>
            <pc:docMk/>
            <pc:sldMk cId="2653396318" sldId="281"/>
            <ac:spMk id="2" creationId="{3E5C13D8-8CAB-4DE0-B332-C13DC17DCD10}"/>
          </ac:spMkLst>
        </pc:spChg>
        <pc:spChg chg="add del">
          <ac:chgData name="Tejashri Bhilare" userId="d8ebae3cec6b6fcc" providerId="LiveId" clId="{1A74CA40-3E8F-4625-BBD5-FB06CA7B2156}" dt="2024-03-02T06:48:29.351" v="487" actId="26606"/>
          <ac:spMkLst>
            <pc:docMk/>
            <pc:sldMk cId="2653396318" sldId="281"/>
            <ac:spMk id="8" creationId="{EAA9DABB-FAB7-490B-99BE-E8B1BB76C260}"/>
          </ac:spMkLst>
        </pc:spChg>
        <pc:spChg chg="add del">
          <ac:chgData name="Tejashri Bhilare" userId="d8ebae3cec6b6fcc" providerId="LiveId" clId="{1A74CA40-3E8F-4625-BBD5-FB06CA7B2156}" dt="2024-03-02T06:48:28.216" v="484" actId="26606"/>
          <ac:spMkLst>
            <pc:docMk/>
            <pc:sldMk cId="2653396318" sldId="281"/>
            <ac:spMk id="13" creationId="{1F900CEA-68A7-4A4B-80DD-261B50935C91}"/>
          </ac:spMkLst>
        </pc:spChg>
        <pc:spChg chg="add del">
          <ac:chgData name="Tejashri Bhilare" userId="d8ebae3cec6b6fcc" providerId="LiveId" clId="{1A74CA40-3E8F-4625-BBD5-FB06CA7B2156}" dt="2024-03-02T06:48:28.216" v="484" actId="26606"/>
          <ac:spMkLst>
            <pc:docMk/>
            <pc:sldMk cId="2653396318" sldId="281"/>
            <ac:spMk id="15" creationId="{55491426-E35C-4936-A45C-B184E51C3931}"/>
          </ac:spMkLst>
        </pc:spChg>
        <pc:spChg chg="add del">
          <ac:chgData name="Tejashri Bhilare" userId="d8ebae3cec6b6fcc" providerId="LiveId" clId="{1A74CA40-3E8F-4625-BBD5-FB06CA7B2156}" dt="2024-03-02T06:48:29.330" v="486" actId="26606"/>
          <ac:spMkLst>
            <pc:docMk/>
            <pc:sldMk cId="2653396318" sldId="281"/>
            <ac:spMk id="17" creationId="{87C2DD9B-DADB-42F2-B24C-686D5C7C2B8C}"/>
          </ac:spMkLst>
        </pc:spChg>
        <pc:spChg chg="add del">
          <ac:chgData name="Tejashri Bhilare" userId="d8ebae3cec6b6fcc" providerId="LiveId" clId="{1A74CA40-3E8F-4625-BBD5-FB06CA7B2156}" dt="2024-03-02T06:48:29.330" v="486" actId="26606"/>
          <ac:spMkLst>
            <pc:docMk/>
            <pc:sldMk cId="2653396318" sldId="281"/>
            <ac:spMk id="18" creationId="{25004D0A-1248-4B5C-ACA6-10F83819B842}"/>
          </ac:spMkLst>
        </pc:spChg>
        <pc:spChg chg="add">
          <ac:chgData name="Tejashri Bhilare" userId="d8ebae3cec6b6fcc" providerId="LiveId" clId="{1A74CA40-3E8F-4625-BBD5-FB06CA7B2156}" dt="2024-03-02T06:48:29.351" v="487" actId="26606"/>
          <ac:spMkLst>
            <pc:docMk/>
            <pc:sldMk cId="2653396318" sldId="281"/>
            <ac:spMk id="20" creationId="{1F900CEA-68A7-4A4B-80DD-261B50935C91}"/>
          </ac:spMkLst>
        </pc:spChg>
        <pc:spChg chg="add">
          <ac:chgData name="Tejashri Bhilare" userId="d8ebae3cec6b6fcc" providerId="LiveId" clId="{1A74CA40-3E8F-4625-BBD5-FB06CA7B2156}" dt="2024-03-02T06:48:29.351" v="487" actId="26606"/>
          <ac:spMkLst>
            <pc:docMk/>
            <pc:sldMk cId="2653396318" sldId="281"/>
            <ac:spMk id="21" creationId="{55491426-E35C-4936-A45C-B184E51C3931}"/>
          </ac:spMkLst>
        </pc:spChg>
        <pc:picChg chg="add mod">
          <ac:chgData name="Tejashri Bhilare" userId="d8ebae3cec6b6fcc" providerId="LiveId" clId="{1A74CA40-3E8F-4625-BBD5-FB06CA7B2156}" dt="2024-03-02T06:48:29.351" v="487" actId="26606"/>
          <ac:picMkLst>
            <pc:docMk/>
            <pc:sldMk cId="2653396318" sldId="281"/>
            <ac:picMk id="4" creationId="{D1325A1F-158A-7050-EA51-8740B95DAD50}"/>
          </ac:picMkLst>
        </pc:picChg>
      </pc:sldChg>
      <pc:sldChg chg="addSp delSp modSp mod setBg setClrOvrMap">
        <pc:chgData name="Tejashri Bhilare" userId="d8ebae3cec6b6fcc" providerId="LiveId" clId="{1A74CA40-3E8F-4625-BBD5-FB06CA7B2156}" dt="2024-03-02T06:48:17.817" v="482" actId="26606"/>
        <pc:sldMkLst>
          <pc:docMk/>
          <pc:sldMk cId="525942995" sldId="282"/>
        </pc:sldMkLst>
        <pc:spChg chg="mod">
          <ac:chgData name="Tejashri Bhilare" userId="d8ebae3cec6b6fcc" providerId="LiveId" clId="{1A74CA40-3E8F-4625-BBD5-FB06CA7B2156}" dt="2024-03-02T06:48:17.817" v="482" actId="26606"/>
          <ac:spMkLst>
            <pc:docMk/>
            <pc:sldMk cId="525942995" sldId="282"/>
            <ac:spMk id="2" creationId="{FBEAFED7-7F5C-467E-A5EF-8F3FFE354AD6}"/>
          </ac:spMkLst>
        </pc:spChg>
        <pc:spChg chg="add del mod">
          <ac:chgData name="Tejashri Bhilare" userId="d8ebae3cec6b6fcc" providerId="LiveId" clId="{1A74CA40-3E8F-4625-BBD5-FB06CA7B2156}" dt="2024-03-02T06:48:17.817" v="482" actId="26606"/>
          <ac:spMkLst>
            <pc:docMk/>
            <pc:sldMk cId="525942995" sldId="282"/>
            <ac:spMk id="3" creationId="{4DC03F29-5045-4D3C-A2AB-40762D88C540}"/>
          </ac:spMkLst>
        </pc:spChg>
        <pc:spChg chg="add">
          <ac:chgData name="Tejashri Bhilare" userId="d8ebae3cec6b6fcc" providerId="LiveId" clId="{1A74CA40-3E8F-4625-BBD5-FB06CA7B2156}" dt="2024-03-02T06:48:17.817" v="482" actId="26606"/>
          <ac:spMkLst>
            <pc:docMk/>
            <pc:sldMk cId="525942995" sldId="282"/>
            <ac:spMk id="22" creationId="{4DC03F29-5045-4D3C-A2AB-40762D88C540}"/>
          </ac:spMkLst>
        </pc:spChg>
        <pc:graphicFrameChg chg="add del">
          <ac:chgData name="Tejashri Bhilare" userId="d8ebae3cec6b6fcc" providerId="LiveId" clId="{1A74CA40-3E8F-4625-BBD5-FB06CA7B2156}" dt="2024-03-02T06:48:15.336" v="479" actId="26606"/>
          <ac:graphicFrameMkLst>
            <pc:docMk/>
            <pc:sldMk cId="525942995" sldId="282"/>
            <ac:graphicFrameMk id="17" creationId="{7768AE5B-489F-0EF3-6BEE-1932A391A286}"/>
          </ac:graphicFrameMkLst>
        </pc:graphicFrameChg>
        <pc:graphicFrameChg chg="add del">
          <ac:chgData name="Tejashri Bhilare" userId="d8ebae3cec6b6fcc" providerId="LiveId" clId="{1A74CA40-3E8F-4625-BBD5-FB06CA7B2156}" dt="2024-03-02T06:48:17.801" v="481" actId="26606"/>
          <ac:graphicFrameMkLst>
            <pc:docMk/>
            <pc:sldMk cId="525942995" sldId="282"/>
            <ac:graphicFrameMk id="19" creationId="{5E891DC9-35DB-8687-A662-BDC02DD3B687}"/>
          </ac:graphicFrameMkLst>
        </pc:graphicFrameChg>
        <pc:picChg chg="add del">
          <ac:chgData name="Tejashri Bhilare" userId="d8ebae3cec6b6fcc" providerId="LiveId" clId="{1A74CA40-3E8F-4625-BBD5-FB06CA7B2156}" dt="2024-03-02T06:48:06.020" v="473" actId="26606"/>
          <ac:picMkLst>
            <pc:docMk/>
            <pc:sldMk cId="525942995" sldId="282"/>
            <ac:picMk id="5" creationId="{A8F943BF-C15A-327E-E0BC-30DE122B9816}"/>
          </ac:picMkLst>
        </pc:picChg>
        <pc:picChg chg="add del">
          <ac:chgData name="Tejashri Bhilare" userId="d8ebae3cec6b6fcc" providerId="LiveId" clId="{1A74CA40-3E8F-4625-BBD5-FB06CA7B2156}" dt="2024-03-02T06:48:07.834" v="475" actId="26606"/>
          <ac:picMkLst>
            <pc:docMk/>
            <pc:sldMk cId="525942995" sldId="282"/>
            <ac:picMk id="11" creationId="{00C6D003-014E-5BC5-418D-05FEA1301F84}"/>
          </ac:picMkLst>
        </pc:picChg>
        <pc:picChg chg="add del">
          <ac:chgData name="Tejashri Bhilare" userId="d8ebae3cec6b6fcc" providerId="LiveId" clId="{1A74CA40-3E8F-4625-BBD5-FB06CA7B2156}" dt="2024-03-02T06:48:10.025" v="477" actId="26606"/>
          <ac:picMkLst>
            <pc:docMk/>
            <pc:sldMk cId="525942995" sldId="282"/>
            <ac:picMk id="14" creationId="{A8F943BF-C15A-327E-E0BC-30DE122B9816}"/>
          </ac:picMkLst>
        </pc:picChg>
        <pc:picChg chg="add">
          <ac:chgData name="Tejashri Bhilare" userId="d8ebae3cec6b6fcc" providerId="LiveId" clId="{1A74CA40-3E8F-4625-BBD5-FB06CA7B2156}" dt="2024-03-02T06:48:17.817" v="482" actId="26606"/>
          <ac:picMkLst>
            <pc:docMk/>
            <pc:sldMk cId="525942995" sldId="282"/>
            <ac:picMk id="21" creationId="{A8F943BF-C15A-327E-E0BC-30DE122B9816}"/>
          </ac:picMkLst>
        </pc:picChg>
        <pc:cxnChg chg="add del">
          <ac:chgData name="Tejashri Bhilare" userId="d8ebae3cec6b6fcc" providerId="LiveId" clId="{1A74CA40-3E8F-4625-BBD5-FB06CA7B2156}" dt="2024-03-02T06:48:06.020" v="473" actId="26606"/>
          <ac:cxnSpMkLst>
            <pc:docMk/>
            <pc:sldMk cId="525942995" sldId="282"/>
            <ac:cxnSpMk id="9" creationId="{035B6751-4DEE-4DA5-96EC-EA28668BA57A}"/>
          </ac:cxnSpMkLst>
        </pc:cxnChg>
        <pc:cxnChg chg="add del">
          <ac:chgData name="Tejashri Bhilare" userId="d8ebae3cec6b6fcc" providerId="LiveId" clId="{1A74CA40-3E8F-4625-BBD5-FB06CA7B2156}" dt="2024-03-02T06:48:07.834" v="475" actId="26606"/>
          <ac:cxnSpMkLst>
            <pc:docMk/>
            <pc:sldMk cId="525942995" sldId="282"/>
            <ac:cxnSpMk id="12" creationId="{A7728F15-F31F-44FC-A33E-80EE797DE099}"/>
          </ac:cxnSpMkLst>
        </pc:cxnChg>
        <pc:cxnChg chg="add del">
          <ac:chgData name="Tejashri Bhilare" userId="d8ebae3cec6b6fcc" providerId="LiveId" clId="{1A74CA40-3E8F-4625-BBD5-FB06CA7B2156}" dt="2024-03-02T06:48:10.025" v="477" actId="26606"/>
          <ac:cxnSpMkLst>
            <pc:docMk/>
            <pc:sldMk cId="525942995" sldId="282"/>
            <ac:cxnSpMk id="15" creationId="{035B6751-4DEE-4DA5-96EC-EA28668BA57A}"/>
          </ac:cxnSpMkLst>
        </pc:cxnChg>
        <pc:cxnChg chg="add">
          <ac:chgData name="Tejashri Bhilare" userId="d8ebae3cec6b6fcc" providerId="LiveId" clId="{1A74CA40-3E8F-4625-BBD5-FB06CA7B2156}" dt="2024-03-02T06:48:17.817" v="482" actId="26606"/>
          <ac:cxnSpMkLst>
            <pc:docMk/>
            <pc:sldMk cId="525942995" sldId="282"/>
            <ac:cxnSpMk id="23" creationId="{035B6751-4DEE-4DA5-96EC-EA28668BA57A}"/>
          </ac:cxnSpMkLst>
        </pc:cxnChg>
      </pc:sldChg>
      <pc:sldChg chg="addSp delSp modSp mod setBg setClrOvrMap">
        <pc:chgData name="Tejashri Bhilare" userId="d8ebae3cec6b6fcc" providerId="LiveId" clId="{1A74CA40-3E8F-4625-BBD5-FB06CA7B2156}" dt="2024-03-02T06:39:23.702" v="339" actId="26606"/>
        <pc:sldMkLst>
          <pc:docMk/>
          <pc:sldMk cId="3290088142" sldId="283"/>
        </pc:sldMkLst>
        <pc:spChg chg="mod">
          <ac:chgData name="Tejashri Bhilare" userId="d8ebae3cec6b6fcc" providerId="LiveId" clId="{1A74CA40-3E8F-4625-BBD5-FB06CA7B2156}" dt="2024-03-02T06:39:23.702" v="339" actId="26606"/>
          <ac:spMkLst>
            <pc:docMk/>
            <pc:sldMk cId="3290088142" sldId="283"/>
            <ac:spMk id="2" creationId="{947264EA-167E-4147-9554-159BAF31325D}"/>
          </ac:spMkLst>
        </pc:spChg>
        <pc:spChg chg="del mod">
          <ac:chgData name="Tejashri Bhilare" userId="d8ebae3cec6b6fcc" providerId="LiveId" clId="{1A74CA40-3E8F-4625-BBD5-FB06CA7B2156}" dt="2024-03-02T06:39:23.702" v="339" actId="26606"/>
          <ac:spMkLst>
            <pc:docMk/>
            <pc:sldMk cId="3290088142" sldId="283"/>
            <ac:spMk id="3" creationId="{472DFC71-8BFB-4BB5-BEDE-B6258E8C17CD}"/>
          </ac:spMkLst>
        </pc:spChg>
        <pc:spChg chg="add del">
          <ac:chgData name="Tejashri Bhilare" userId="d8ebae3cec6b6fcc" providerId="LiveId" clId="{1A74CA40-3E8F-4625-BBD5-FB06CA7B2156}" dt="2024-03-02T06:39:21.423" v="336" actId="26606"/>
          <ac:spMkLst>
            <pc:docMk/>
            <pc:sldMk cId="3290088142" sldId="283"/>
            <ac:spMk id="12" creationId="{50C5AE9F-6B00-40BE-ACC0-B349CBC9C219}"/>
          </ac:spMkLst>
        </pc:spChg>
        <pc:spChg chg="add del">
          <ac:chgData name="Tejashri Bhilare" userId="d8ebae3cec6b6fcc" providerId="LiveId" clId="{1A74CA40-3E8F-4625-BBD5-FB06CA7B2156}" dt="2024-03-02T06:39:23.647" v="338" actId="26606"/>
          <ac:spMkLst>
            <pc:docMk/>
            <pc:sldMk cId="3290088142" sldId="283"/>
            <ac:spMk id="15" creationId="{07EA7725-10B0-4B36-99AC-5A885C5F49D3}"/>
          </ac:spMkLst>
        </pc:spChg>
        <pc:spChg chg="add">
          <ac:chgData name="Tejashri Bhilare" userId="d8ebae3cec6b6fcc" providerId="LiveId" clId="{1A74CA40-3E8F-4625-BBD5-FB06CA7B2156}" dt="2024-03-02T06:39:23.702" v="339" actId="26606"/>
          <ac:spMkLst>
            <pc:docMk/>
            <pc:sldMk cId="3290088142" sldId="283"/>
            <ac:spMk id="17" creationId="{88A69F92-2FCD-460F-9D54-3756D89A5916}"/>
          </ac:spMkLst>
        </pc:spChg>
        <pc:graphicFrameChg chg="add">
          <ac:chgData name="Tejashri Bhilare" userId="d8ebae3cec6b6fcc" providerId="LiveId" clId="{1A74CA40-3E8F-4625-BBD5-FB06CA7B2156}" dt="2024-03-02T06:39:23.702" v="339" actId="26606"/>
          <ac:graphicFrameMkLst>
            <pc:docMk/>
            <pc:sldMk cId="3290088142" sldId="283"/>
            <ac:graphicFrameMk id="18" creationId="{FB90E51C-B319-72B3-BFE9-323979719CE8}"/>
          </ac:graphicFrameMkLst>
        </pc:graphicFrameChg>
        <pc:picChg chg="add del">
          <ac:chgData name="Tejashri Bhilare" userId="d8ebae3cec6b6fcc" providerId="LiveId" clId="{1A74CA40-3E8F-4625-BBD5-FB06CA7B2156}" dt="2024-03-02T06:39:18.020" v="334" actId="26606"/>
          <ac:picMkLst>
            <pc:docMk/>
            <pc:sldMk cId="3290088142" sldId="283"/>
            <ac:picMk id="5" creationId="{87931035-CE8B-2951-5CD5-33567CD4EF8C}"/>
          </ac:picMkLst>
        </pc:picChg>
        <pc:picChg chg="add del">
          <ac:chgData name="Tejashri Bhilare" userId="d8ebae3cec6b6fcc" providerId="LiveId" clId="{1A74CA40-3E8F-4625-BBD5-FB06CA7B2156}" dt="2024-03-02T06:39:21.423" v="336" actId="26606"/>
          <ac:picMkLst>
            <pc:docMk/>
            <pc:sldMk cId="3290088142" sldId="283"/>
            <ac:picMk id="11" creationId="{864C519B-CDD8-6622-671E-1A90CC0ADCE4}"/>
          </ac:picMkLst>
        </pc:picChg>
        <pc:picChg chg="add del">
          <ac:chgData name="Tejashri Bhilare" userId="d8ebae3cec6b6fcc" providerId="LiveId" clId="{1A74CA40-3E8F-4625-BBD5-FB06CA7B2156}" dt="2024-03-02T06:39:23.647" v="338" actId="26606"/>
          <ac:picMkLst>
            <pc:docMk/>
            <pc:sldMk cId="3290088142" sldId="283"/>
            <ac:picMk id="14" creationId="{A1B40F36-D475-D265-5700-E5E1317316E3}"/>
          </ac:picMkLst>
        </pc:picChg>
        <pc:cxnChg chg="add del">
          <ac:chgData name="Tejashri Bhilare" userId="d8ebae3cec6b6fcc" providerId="LiveId" clId="{1A74CA40-3E8F-4625-BBD5-FB06CA7B2156}" dt="2024-03-02T06:39:18.020" v="334" actId="26606"/>
          <ac:cxnSpMkLst>
            <pc:docMk/>
            <pc:sldMk cId="3290088142" sldId="283"/>
            <ac:cxnSpMk id="9" creationId="{035B6751-4DEE-4DA5-96EC-EA28668BA57A}"/>
          </ac:cxnSpMkLst>
        </pc:cxnChg>
      </pc:sldChg>
      <pc:sldChg chg="addSp delSp modSp add mod ord setBg addAnim delAnim setClrOvrMap">
        <pc:chgData name="Tejashri Bhilare" userId="d8ebae3cec6b6fcc" providerId="LiveId" clId="{1A74CA40-3E8F-4625-BBD5-FB06CA7B2156}" dt="2024-03-02T06:35:13.666" v="260" actId="26606"/>
        <pc:sldMkLst>
          <pc:docMk/>
          <pc:sldMk cId="911305432" sldId="284"/>
        </pc:sldMkLst>
        <pc:spChg chg="mod">
          <ac:chgData name="Tejashri Bhilare" userId="d8ebae3cec6b6fcc" providerId="LiveId" clId="{1A74CA40-3E8F-4625-BBD5-FB06CA7B2156}" dt="2024-03-02T06:35:13.666" v="260" actId="26606"/>
          <ac:spMkLst>
            <pc:docMk/>
            <pc:sldMk cId="911305432" sldId="284"/>
            <ac:spMk id="3" creationId="{6155306F-6A2F-BBDD-6A8E-4AD1FD5DA4FE}"/>
          </ac:spMkLst>
        </pc:spChg>
        <pc:spChg chg="add del">
          <ac:chgData name="Tejashri Bhilare" userId="d8ebae3cec6b6fcc" providerId="LiveId" clId="{1A74CA40-3E8F-4625-BBD5-FB06CA7B2156}" dt="2024-03-02T06:34:58.174" v="246" actId="26606"/>
          <ac:spMkLst>
            <pc:docMk/>
            <pc:sldMk cId="911305432" sldId="284"/>
            <ac:spMk id="8" creationId="{F7FEF3BF-EB91-4544-BF8F-4B0AF2D9FF1F}"/>
          </ac:spMkLst>
        </pc:spChg>
        <pc:spChg chg="add del">
          <ac:chgData name="Tejashri Bhilare" userId="d8ebae3cec6b6fcc" providerId="LiveId" clId="{1A74CA40-3E8F-4625-BBD5-FB06CA7B2156}" dt="2024-03-02T06:35:05.443" v="255" actId="26606"/>
          <ac:spMkLst>
            <pc:docMk/>
            <pc:sldMk cId="911305432" sldId="284"/>
            <ac:spMk id="9" creationId="{8FD0DCA7-8768-4C62-B113-5FA8C70D22C7}"/>
          </ac:spMkLst>
        </pc:spChg>
        <pc:spChg chg="add del">
          <ac:chgData name="Tejashri Bhilare" userId="d8ebae3cec6b6fcc" providerId="LiveId" clId="{1A74CA40-3E8F-4625-BBD5-FB06CA7B2156}" dt="2024-03-02T06:34:58.174" v="246" actId="26606"/>
          <ac:spMkLst>
            <pc:docMk/>
            <pc:sldMk cId="911305432" sldId="284"/>
            <ac:spMk id="10" creationId="{3FCF67D5-ED68-450B-8345-4E10E7A1171B}"/>
          </ac:spMkLst>
        </pc:spChg>
        <pc:spChg chg="add del">
          <ac:chgData name="Tejashri Bhilare" userId="d8ebae3cec6b6fcc" providerId="LiveId" clId="{1A74CA40-3E8F-4625-BBD5-FB06CA7B2156}" dt="2024-03-02T06:35:05.443" v="255" actId="26606"/>
          <ac:spMkLst>
            <pc:docMk/>
            <pc:sldMk cId="911305432" sldId="284"/>
            <ac:spMk id="11" creationId="{1D23540D-89BB-4B19-BDB9-7954F41E9B27}"/>
          </ac:spMkLst>
        </pc:spChg>
        <pc:spChg chg="add del">
          <ac:chgData name="Tejashri Bhilare" userId="d8ebae3cec6b6fcc" providerId="LiveId" clId="{1A74CA40-3E8F-4625-BBD5-FB06CA7B2156}" dt="2024-03-02T06:34:59.305" v="248" actId="26606"/>
          <ac:spMkLst>
            <pc:docMk/>
            <pc:sldMk cId="911305432" sldId="284"/>
            <ac:spMk id="13" creationId="{65B36D43-160A-4459-A18F-4471E7926946}"/>
          </ac:spMkLst>
        </pc:spChg>
        <pc:spChg chg="add del">
          <ac:chgData name="Tejashri Bhilare" userId="d8ebae3cec6b6fcc" providerId="LiveId" clId="{1A74CA40-3E8F-4625-BBD5-FB06CA7B2156}" dt="2024-03-02T06:34:59.305" v="248" actId="26606"/>
          <ac:spMkLst>
            <pc:docMk/>
            <pc:sldMk cId="911305432" sldId="284"/>
            <ac:spMk id="14" creationId="{AB5BEFF4-B624-4D1E-A5FB-19398F09200D}"/>
          </ac:spMkLst>
        </pc:spChg>
        <pc:spChg chg="add del">
          <ac:chgData name="Tejashri Bhilare" userId="d8ebae3cec6b6fcc" providerId="LiveId" clId="{1A74CA40-3E8F-4625-BBD5-FB06CA7B2156}" dt="2024-03-02T06:35:01.265" v="250" actId="26606"/>
          <ac:spMkLst>
            <pc:docMk/>
            <pc:sldMk cId="911305432" sldId="284"/>
            <ac:spMk id="16" creationId="{B6EFD219-8BCD-4714-AFB2-AA1C6CAA6550}"/>
          </ac:spMkLst>
        </pc:spChg>
        <pc:spChg chg="add del">
          <ac:chgData name="Tejashri Bhilare" userId="d8ebae3cec6b6fcc" providerId="LiveId" clId="{1A74CA40-3E8F-4625-BBD5-FB06CA7B2156}" dt="2024-03-02T06:35:01.265" v="250" actId="26606"/>
          <ac:spMkLst>
            <pc:docMk/>
            <pc:sldMk cId="911305432" sldId="284"/>
            <ac:spMk id="17" creationId="{06F0BB8C-8C08-44AD-9EBB-B43BE66A5B36}"/>
          </ac:spMkLst>
        </pc:spChg>
        <pc:spChg chg="add del">
          <ac:chgData name="Tejashri Bhilare" userId="d8ebae3cec6b6fcc" providerId="LiveId" clId="{1A74CA40-3E8F-4625-BBD5-FB06CA7B2156}" dt="2024-03-02T06:35:07.041" v="258" actId="26606"/>
          <ac:spMkLst>
            <pc:docMk/>
            <pc:sldMk cId="911305432" sldId="284"/>
            <ac:spMk id="18" creationId="{EAA9DABB-FAB7-490B-99BE-E8B1BB76C260}"/>
          </ac:spMkLst>
        </pc:spChg>
        <pc:spChg chg="add del">
          <ac:chgData name="Tejashri Bhilare" userId="d8ebae3cec6b6fcc" providerId="LiveId" clId="{1A74CA40-3E8F-4625-BBD5-FB06CA7B2156}" dt="2024-03-02T06:35:02.914" v="252" actId="26606"/>
          <ac:spMkLst>
            <pc:docMk/>
            <pc:sldMk cId="911305432" sldId="284"/>
            <ac:spMk id="19" creationId="{46DBB1A9-22FF-46E7-97B9-AE54774753DD}"/>
          </ac:spMkLst>
        </pc:spChg>
        <pc:spChg chg="add del">
          <ac:chgData name="Tejashri Bhilare" userId="d8ebae3cec6b6fcc" providerId="LiveId" clId="{1A74CA40-3E8F-4625-BBD5-FB06CA7B2156}" dt="2024-03-02T06:35:13.666" v="260" actId="26606"/>
          <ac:spMkLst>
            <pc:docMk/>
            <pc:sldMk cId="911305432" sldId="284"/>
            <ac:spMk id="21" creationId="{46DBB1A9-22FF-46E7-97B9-AE54774753DD}"/>
          </ac:spMkLst>
        </pc:spChg>
        <pc:picChg chg="add del">
          <ac:chgData name="Tejashri Bhilare" userId="d8ebae3cec6b6fcc" providerId="LiveId" clId="{1A74CA40-3E8F-4625-BBD5-FB06CA7B2156}" dt="2024-03-02T06:35:05.443" v="255" actId="26606"/>
          <ac:picMkLst>
            <pc:docMk/>
            <pc:sldMk cId="911305432" sldId="284"/>
            <ac:picMk id="5" creationId="{6D904362-3EE3-1A9D-0DAA-6FEA57C27B12}"/>
          </ac:picMkLst>
        </pc:picChg>
        <pc:picChg chg="add del">
          <ac:chgData name="Tejashri Bhilare" userId="d8ebae3cec6b6fcc" providerId="LiveId" clId="{1A74CA40-3E8F-4625-BBD5-FB06CA7B2156}" dt="2024-03-02T06:35:07.041" v="258" actId="26606"/>
          <ac:picMkLst>
            <pc:docMk/>
            <pc:sldMk cId="911305432" sldId="284"/>
            <ac:picMk id="15" creationId="{0910D10A-55B7-C822-513A-B5D71A93D7F4}"/>
          </ac:picMkLst>
        </pc:picChg>
        <pc:cxnChg chg="add del">
          <ac:chgData name="Tejashri Bhilare" userId="d8ebae3cec6b6fcc" providerId="LiveId" clId="{1A74CA40-3E8F-4625-BBD5-FB06CA7B2156}" dt="2024-03-02T06:34:59.305" v="248" actId="26606"/>
          <ac:cxnSpMkLst>
            <pc:docMk/>
            <pc:sldMk cId="911305432" sldId="284"/>
            <ac:cxnSpMk id="12" creationId="{A1865F92-5D70-4CFC-A515-E5AD0F55F8C4}"/>
          </ac:cxnSpMkLst>
        </pc:cxnChg>
        <pc:cxnChg chg="add del">
          <ac:chgData name="Tejashri Bhilare" userId="d8ebae3cec6b6fcc" providerId="LiveId" clId="{1A74CA40-3E8F-4625-BBD5-FB06CA7B2156}" dt="2024-03-02T06:35:02.914" v="252" actId="26606"/>
          <ac:cxnSpMkLst>
            <pc:docMk/>
            <pc:sldMk cId="911305432" sldId="284"/>
            <ac:cxnSpMk id="20" creationId="{3A1AAD47-56AD-4EE6-A88C-981D060DC2D6}"/>
          </ac:cxnSpMkLst>
        </pc:cxnChg>
        <pc:cxnChg chg="add del">
          <ac:chgData name="Tejashri Bhilare" userId="d8ebae3cec6b6fcc" providerId="LiveId" clId="{1A74CA40-3E8F-4625-BBD5-FB06CA7B2156}" dt="2024-03-02T06:35:13.666" v="260" actId="26606"/>
          <ac:cxnSpMkLst>
            <pc:docMk/>
            <pc:sldMk cId="911305432" sldId="284"/>
            <ac:cxnSpMk id="22" creationId="{3A1AAD47-56AD-4EE6-A88C-981D060DC2D6}"/>
          </ac:cxnSpMkLst>
        </pc:cxnChg>
      </pc:sldChg>
      <pc:sldChg chg="addSp delSp modSp new mod setBg">
        <pc:chgData name="Tejashri Bhilare" userId="d8ebae3cec6b6fcc" providerId="LiveId" clId="{1A74CA40-3E8F-4625-BBD5-FB06CA7B2156}" dt="2024-03-02T06:34:33.850" v="244" actId="255"/>
        <pc:sldMkLst>
          <pc:docMk/>
          <pc:sldMk cId="1392544941" sldId="285"/>
        </pc:sldMkLst>
        <pc:spChg chg="mod">
          <ac:chgData name="Tejashri Bhilare" userId="d8ebae3cec6b6fcc" providerId="LiveId" clId="{1A74CA40-3E8F-4625-BBD5-FB06CA7B2156}" dt="2024-03-02T06:34:33.850" v="244" actId="255"/>
          <ac:spMkLst>
            <pc:docMk/>
            <pc:sldMk cId="1392544941" sldId="285"/>
            <ac:spMk id="2" creationId="{CAF48A8D-498A-8097-6ADA-A8809052B8DD}"/>
          </ac:spMkLst>
        </pc:spChg>
        <pc:spChg chg="mod">
          <ac:chgData name="Tejashri Bhilare" userId="d8ebae3cec6b6fcc" providerId="LiveId" clId="{1A74CA40-3E8F-4625-BBD5-FB06CA7B2156}" dt="2024-03-02T06:34:17.853" v="243" actId="20577"/>
          <ac:spMkLst>
            <pc:docMk/>
            <pc:sldMk cId="1392544941" sldId="285"/>
            <ac:spMk id="3" creationId="{190E587D-3021-4786-8265-C13B7865C869}"/>
          </ac:spMkLst>
        </pc:spChg>
        <pc:spChg chg="add del">
          <ac:chgData name="Tejashri Bhilare" userId="d8ebae3cec6b6fcc" providerId="LiveId" clId="{1A74CA40-3E8F-4625-BBD5-FB06CA7B2156}" dt="2024-03-02T06:33:31.603" v="214" actId="26606"/>
          <ac:spMkLst>
            <pc:docMk/>
            <pc:sldMk cId="1392544941" sldId="285"/>
            <ac:spMk id="9" creationId="{07EA7725-10B0-4B36-99AC-5A885C5F49D3}"/>
          </ac:spMkLst>
        </pc:spChg>
        <pc:spChg chg="add del">
          <ac:chgData name="Tejashri Bhilare" userId="d8ebae3cec6b6fcc" providerId="LiveId" clId="{1A74CA40-3E8F-4625-BBD5-FB06CA7B2156}" dt="2024-03-02T06:33:41.946" v="220" actId="26606"/>
          <ac:spMkLst>
            <pc:docMk/>
            <pc:sldMk cId="1392544941" sldId="285"/>
            <ac:spMk id="18" creationId="{07EA7725-10B0-4B36-99AC-5A885C5F49D3}"/>
          </ac:spMkLst>
        </pc:spChg>
        <pc:picChg chg="add del">
          <ac:chgData name="Tejashri Bhilare" userId="d8ebae3cec6b6fcc" providerId="LiveId" clId="{1A74CA40-3E8F-4625-BBD5-FB06CA7B2156}" dt="2024-03-02T06:33:31.603" v="214" actId="26606"/>
          <ac:picMkLst>
            <pc:docMk/>
            <pc:sldMk cId="1392544941" sldId="285"/>
            <ac:picMk id="5" creationId="{38F956FD-AF90-FAD0-3625-47D7BDA813AE}"/>
          </ac:picMkLst>
        </pc:picChg>
        <pc:picChg chg="add del">
          <ac:chgData name="Tejashri Bhilare" userId="d8ebae3cec6b6fcc" providerId="LiveId" clId="{1A74CA40-3E8F-4625-BBD5-FB06CA7B2156}" dt="2024-03-02T06:33:32.764" v="216" actId="26606"/>
          <ac:picMkLst>
            <pc:docMk/>
            <pc:sldMk cId="1392544941" sldId="285"/>
            <ac:picMk id="11" creationId="{DB44ED45-2ACA-E747-00D4-F40DA1C050B5}"/>
          </ac:picMkLst>
        </pc:picChg>
        <pc:picChg chg="add del">
          <ac:chgData name="Tejashri Bhilare" userId="d8ebae3cec6b6fcc" providerId="LiveId" clId="{1A74CA40-3E8F-4625-BBD5-FB06CA7B2156}" dt="2024-03-02T06:33:41.246" v="218" actId="26606"/>
          <ac:picMkLst>
            <pc:docMk/>
            <pc:sldMk cId="1392544941" sldId="285"/>
            <ac:picMk id="14" creationId="{ECB6D5D7-B5E5-9C04-A345-E41CE8818FC4}"/>
          </ac:picMkLst>
        </pc:picChg>
        <pc:picChg chg="add del">
          <ac:chgData name="Tejashri Bhilare" userId="d8ebae3cec6b6fcc" providerId="LiveId" clId="{1A74CA40-3E8F-4625-BBD5-FB06CA7B2156}" dt="2024-03-02T06:33:41.946" v="220" actId="26606"/>
          <ac:picMkLst>
            <pc:docMk/>
            <pc:sldMk cId="1392544941" sldId="285"/>
            <ac:picMk id="17" creationId="{38F956FD-AF90-FAD0-3625-47D7BDA813AE}"/>
          </ac:picMkLst>
        </pc:picChg>
        <pc:picChg chg="add del">
          <ac:chgData name="Tejashri Bhilare" userId="d8ebae3cec6b6fcc" providerId="LiveId" clId="{1A74CA40-3E8F-4625-BBD5-FB06CA7B2156}" dt="2024-03-02T06:33:42.692" v="222" actId="26606"/>
          <ac:picMkLst>
            <pc:docMk/>
            <pc:sldMk cId="1392544941" sldId="285"/>
            <ac:picMk id="20" creationId="{ECB6D5D7-B5E5-9C04-A345-E41CE8818FC4}"/>
          </ac:picMkLst>
        </pc:picChg>
        <pc:picChg chg="add del">
          <ac:chgData name="Tejashri Bhilare" userId="d8ebae3cec6b6fcc" providerId="LiveId" clId="{1A74CA40-3E8F-4625-BBD5-FB06CA7B2156}" dt="2024-03-02T06:33:44.692" v="224" actId="26606"/>
          <ac:picMkLst>
            <pc:docMk/>
            <pc:sldMk cId="1392544941" sldId="285"/>
            <ac:picMk id="23" creationId="{DB44ED45-2ACA-E747-00D4-F40DA1C050B5}"/>
          </ac:picMkLst>
        </pc:picChg>
        <pc:picChg chg="add">
          <ac:chgData name="Tejashri Bhilare" userId="d8ebae3cec6b6fcc" providerId="LiveId" clId="{1A74CA40-3E8F-4625-BBD5-FB06CA7B2156}" dt="2024-03-02T06:33:44.750" v="225" actId="26606"/>
          <ac:picMkLst>
            <pc:docMk/>
            <pc:sldMk cId="1392544941" sldId="285"/>
            <ac:picMk id="26" creationId="{ECB6D5D7-B5E5-9C04-A345-E41CE8818FC4}"/>
          </ac:picMkLst>
        </pc:picChg>
        <pc:cxnChg chg="add del">
          <ac:chgData name="Tejashri Bhilare" userId="d8ebae3cec6b6fcc" providerId="LiveId" clId="{1A74CA40-3E8F-4625-BBD5-FB06CA7B2156}" dt="2024-03-02T06:33:32.764" v="216" actId="26606"/>
          <ac:cxnSpMkLst>
            <pc:docMk/>
            <pc:sldMk cId="1392544941" sldId="285"/>
            <ac:cxnSpMk id="12" creationId="{A7728F15-F31F-44FC-A33E-80EE797DE099}"/>
          </ac:cxnSpMkLst>
        </pc:cxnChg>
        <pc:cxnChg chg="add del">
          <ac:chgData name="Tejashri Bhilare" userId="d8ebae3cec6b6fcc" providerId="LiveId" clId="{1A74CA40-3E8F-4625-BBD5-FB06CA7B2156}" dt="2024-03-02T06:33:41.246" v="218" actId="26606"/>
          <ac:cxnSpMkLst>
            <pc:docMk/>
            <pc:sldMk cId="1392544941" sldId="285"/>
            <ac:cxnSpMk id="15" creationId="{035B6751-4DEE-4DA5-96EC-EA28668BA57A}"/>
          </ac:cxnSpMkLst>
        </pc:cxnChg>
        <pc:cxnChg chg="add del">
          <ac:chgData name="Tejashri Bhilare" userId="d8ebae3cec6b6fcc" providerId="LiveId" clId="{1A74CA40-3E8F-4625-BBD5-FB06CA7B2156}" dt="2024-03-02T06:33:42.692" v="222" actId="26606"/>
          <ac:cxnSpMkLst>
            <pc:docMk/>
            <pc:sldMk cId="1392544941" sldId="285"/>
            <ac:cxnSpMk id="21" creationId="{035B6751-4DEE-4DA5-96EC-EA28668BA57A}"/>
          </ac:cxnSpMkLst>
        </pc:cxnChg>
        <pc:cxnChg chg="add del">
          <ac:chgData name="Tejashri Bhilare" userId="d8ebae3cec6b6fcc" providerId="LiveId" clId="{1A74CA40-3E8F-4625-BBD5-FB06CA7B2156}" dt="2024-03-02T06:33:44.692" v="224" actId="26606"/>
          <ac:cxnSpMkLst>
            <pc:docMk/>
            <pc:sldMk cId="1392544941" sldId="285"/>
            <ac:cxnSpMk id="24" creationId="{A7728F15-F31F-44FC-A33E-80EE797DE099}"/>
          </ac:cxnSpMkLst>
        </pc:cxnChg>
        <pc:cxnChg chg="add">
          <ac:chgData name="Tejashri Bhilare" userId="d8ebae3cec6b6fcc" providerId="LiveId" clId="{1A74CA40-3E8F-4625-BBD5-FB06CA7B2156}" dt="2024-03-02T06:33:44.750" v="225" actId="26606"/>
          <ac:cxnSpMkLst>
            <pc:docMk/>
            <pc:sldMk cId="1392544941" sldId="285"/>
            <ac:cxnSpMk id="27" creationId="{035B6751-4DEE-4DA5-96EC-EA28668BA57A}"/>
          </ac:cxnSpMkLst>
        </pc:cxnChg>
      </pc:sldChg>
      <pc:sldChg chg="add del setBg">
        <pc:chgData name="Tejashri Bhilare" userId="d8ebae3cec6b6fcc" providerId="LiveId" clId="{1A74CA40-3E8F-4625-BBD5-FB06CA7B2156}" dt="2024-03-02T06:22:51.703" v="57" actId="47"/>
        <pc:sldMkLst>
          <pc:docMk/>
          <pc:sldMk cId="2739631304" sldId="285"/>
        </pc:sldMkLst>
      </pc:sldChg>
      <pc:sldChg chg="addSp delSp modSp add mod setClrOvrMap">
        <pc:chgData name="Tejashri Bhilare" userId="d8ebae3cec6b6fcc" providerId="LiveId" clId="{1A74CA40-3E8F-4625-BBD5-FB06CA7B2156}" dt="2024-03-02T06:39:05.501" v="332" actId="108"/>
        <pc:sldMkLst>
          <pc:docMk/>
          <pc:sldMk cId="1233568977" sldId="286"/>
        </pc:sldMkLst>
        <pc:spChg chg="mod">
          <ac:chgData name="Tejashri Bhilare" userId="d8ebae3cec6b6fcc" providerId="LiveId" clId="{1A74CA40-3E8F-4625-BBD5-FB06CA7B2156}" dt="2024-03-02T06:37:38.257" v="323" actId="26606"/>
          <ac:spMkLst>
            <pc:docMk/>
            <pc:sldMk cId="1233568977" sldId="286"/>
            <ac:spMk id="2" creationId="{35E8F9BB-1717-5350-5B7E-F525B5299B13}"/>
          </ac:spMkLst>
        </pc:spChg>
        <pc:spChg chg="mod">
          <ac:chgData name="Tejashri Bhilare" userId="d8ebae3cec6b6fcc" providerId="LiveId" clId="{1A74CA40-3E8F-4625-BBD5-FB06CA7B2156}" dt="2024-03-02T06:39:05.501" v="332" actId="108"/>
          <ac:spMkLst>
            <pc:docMk/>
            <pc:sldMk cId="1233568977" sldId="286"/>
            <ac:spMk id="3" creationId="{8828299A-849C-12CE-70DB-3E2B624A76D8}"/>
          </ac:spMkLst>
        </pc:spChg>
        <pc:spChg chg="add del">
          <ac:chgData name="Tejashri Bhilare" userId="d8ebae3cec6b6fcc" providerId="LiveId" clId="{1A74CA40-3E8F-4625-BBD5-FB06CA7B2156}" dt="2024-03-02T06:37:36.591" v="320" actId="26606"/>
          <ac:spMkLst>
            <pc:docMk/>
            <pc:sldMk cId="1233568977" sldId="286"/>
            <ac:spMk id="9" creationId="{50C5AE9F-6B00-40BE-ACC0-B349CBC9C219}"/>
          </ac:spMkLst>
        </pc:spChg>
        <pc:spChg chg="add del">
          <ac:chgData name="Tejashri Bhilare" userId="d8ebae3cec6b6fcc" providerId="LiveId" clId="{1A74CA40-3E8F-4625-BBD5-FB06CA7B2156}" dt="2024-03-02T06:37:38.235" v="322" actId="26606"/>
          <ac:spMkLst>
            <pc:docMk/>
            <pc:sldMk cId="1233568977" sldId="286"/>
            <ac:spMk id="12" creationId="{07EA7725-10B0-4B36-99AC-5A885C5F49D3}"/>
          </ac:spMkLst>
        </pc:spChg>
        <pc:spChg chg="add del">
          <ac:chgData name="Tejashri Bhilare" userId="d8ebae3cec6b6fcc" providerId="LiveId" clId="{1A74CA40-3E8F-4625-BBD5-FB06CA7B2156}" dt="2024-03-02T06:37:59.783" v="326" actId="26606"/>
          <ac:spMkLst>
            <pc:docMk/>
            <pc:sldMk cId="1233568977" sldId="286"/>
            <ac:spMk id="15" creationId="{50C5AE9F-6B00-40BE-ACC0-B349CBC9C219}"/>
          </ac:spMkLst>
        </pc:spChg>
        <pc:spChg chg="add del">
          <ac:chgData name="Tejashri Bhilare" userId="d8ebae3cec6b6fcc" providerId="LiveId" clId="{1A74CA40-3E8F-4625-BBD5-FB06CA7B2156}" dt="2024-03-02T06:38:12.382" v="329" actId="26606"/>
          <ac:spMkLst>
            <pc:docMk/>
            <pc:sldMk cId="1233568977" sldId="286"/>
            <ac:spMk id="20" creationId="{07EA7725-10B0-4B36-99AC-5A885C5F49D3}"/>
          </ac:spMkLst>
        </pc:spChg>
        <pc:spChg chg="add del">
          <ac:chgData name="Tejashri Bhilare" userId="d8ebae3cec6b6fcc" providerId="LiveId" clId="{1A74CA40-3E8F-4625-BBD5-FB06CA7B2156}" dt="2024-03-02T06:38:12.354" v="328" actId="26606"/>
          <ac:spMkLst>
            <pc:docMk/>
            <pc:sldMk cId="1233568977" sldId="286"/>
            <ac:spMk id="25" creationId="{07EA7725-10B0-4B36-99AC-5A885C5F49D3}"/>
          </ac:spMkLst>
        </pc:spChg>
        <pc:spChg chg="add">
          <ac:chgData name="Tejashri Bhilare" userId="d8ebae3cec6b6fcc" providerId="LiveId" clId="{1A74CA40-3E8F-4625-BBD5-FB06CA7B2156}" dt="2024-03-02T06:38:12.382" v="329" actId="26606"/>
          <ac:spMkLst>
            <pc:docMk/>
            <pc:sldMk cId="1233568977" sldId="286"/>
            <ac:spMk id="27" creationId="{50C5AE9F-6B00-40BE-ACC0-B349CBC9C219}"/>
          </ac:spMkLst>
        </pc:spChg>
        <pc:picChg chg="add del">
          <ac:chgData name="Tejashri Bhilare" userId="d8ebae3cec6b6fcc" providerId="LiveId" clId="{1A74CA40-3E8F-4625-BBD5-FB06CA7B2156}" dt="2024-03-02T06:37:36.591" v="320" actId="26606"/>
          <ac:picMkLst>
            <pc:docMk/>
            <pc:sldMk cId="1233568977" sldId="286"/>
            <ac:picMk id="5" creationId="{6FA1A719-325B-4CCD-3D6A-F409B2DECB02}"/>
          </ac:picMkLst>
        </pc:picChg>
        <pc:picChg chg="add del">
          <ac:chgData name="Tejashri Bhilare" userId="d8ebae3cec6b6fcc" providerId="LiveId" clId="{1A74CA40-3E8F-4625-BBD5-FB06CA7B2156}" dt="2024-03-02T06:37:38.235" v="322" actId="26606"/>
          <ac:picMkLst>
            <pc:docMk/>
            <pc:sldMk cId="1233568977" sldId="286"/>
            <ac:picMk id="11" creationId="{A02026C5-759C-F978-4BA2-B1FA6FB1CD94}"/>
          </ac:picMkLst>
        </pc:picChg>
        <pc:picChg chg="add mod ord">
          <ac:chgData name="Tejashri Bhilare" userId="d8ebae3cec6b6fcc" providerId="LiveId" clId="{1A74CA40-3E8F-4625-BBD5-FB06CA7B2156}" dt="2024-03-02T06:38:12.382" v="329" actId="26606"/>
          <ac:picMkLst>
            <pc:docMk/>
            <pc:sldMk cId="1233568977" sldId="286"/>
            <ac:picMk id="14" creationId="{6FA1A719-325B-4CCD-3D6A-F409B2DECB02}"/>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hyperlink" Target="https://flixable.com/netflix-museum/" TargetMode="Externa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19.png"/><Relationship Id="rId5" Type="http://schemas.openxmlformats.org/officeDocument/2006/relationships/hyperlink" Target="https://flixable.com/netflix-museum/" TargetMode="External"/><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E4FFEB-06A2-4B84-89FA-E80BDA50D3B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95FCCDE-9123-4FEA-BAA1-E035ACA7ADFA}">
      <dgm:prSet/>
      <dgm:spPr/>
      <dgm:t>
        <a:bodyPr/>
        <a:lstStyle/>
        <a:p>
          <a:pPr>
            <a:lnSpc>
              <a:spcPct val="100000"/>
            </a:lnSpc>
          </a:pPr>
          <a:r>
            <a:rPr lang="en-US" b="0" i="0"/>
            <a:t>Description of Dataset</a:t>
          </a:r>
          <a:endParaRPr lang="en-US"/>
        </a:p>
      </dgm:t>
    </dgm:pt>
    <dgm:pt modelId="{AC2DD67D-3579-4E21-B11C-D597D5B7DDC4}" type="parTrans" cxnId="{CC0F81DB-E2A9-48A2-9669-6BC4201FD489}">
      <dgm:prSet/>
      <dgm:spPr/>
      <dgm:t>
        <a:bodyPr/>
        <a:lstStyle/>
        <a:p>
          <a:endParaRPr lang="en-US"/>
        </a:p>
      </dgm:t>
    </dgm:pt>
    <dgm:pt modelId="{D843E067-9C09-4997-9EF0-4D4D3207FF05}" type="sibTrans" cxnId="{CC0F81DB-E2A9-48A2-9669-6BC4201FD489}">
      <dgm:prSet/>
      <dgm:spPr/>
      <dgm:t>
        <a:bodyPr/>
        <a:lstStyle/>
        <a:p>
          <a:pPr>
            <a:lnSpc>
              <a:spcPct val="100000"/>
            </a:lnSpc>
          </a:pPr>
          <a:endParaRPr lang="en-US"/>
        </a:p>
      </dgm:t>
    </dgm:pt>
    <dgm:pt modelId="{98EF34DA-FB4B-4405-96EE-3C4C419D2D17}">
      <dgm:prSet/>
      <dgm:spPr/>
      <dgm:t>
        <a:bodyPr/>
        <a:lstStyle/>
        <a:p>
          <a:pPr>
            <a:lnSpc>
              <a:spcPct val="100000"/>
            </a:lnSpc>
          </a:pPr>
          <a:r>
            <a:rPr lang="en-US"/>
            <a:t>Business questions</a:t>
          </a:r>
        </a:p>
      </dgm:t>
    </dgm:pt>
    <dgm:pt modelId="{9DE7F7A7-94D6-433E-A1CE-53842682EBEB}" type="parTrans" cxnId="{35A98C7F-F3B6-40E4-B170-30FD5810C483}">
      <dgm:prSet/>
      <dgm:spPr/>
      <dgm:t>
        <a:bodyPr/>
        <a:lstStyle/>
        <a:p>
          <a:endParaRPr lang="en-US"/>
        </a:p>
      </dgm:t>
    </dgm:pt>
    <dgm:pt modelId="{1B6D020F-F2F7-4B91-9678-DE498232EF83}" type="sibTrans" cxnId="{35A98C7F-F3B6-40E4-B170-30FD5810C483}">
      <dgm:prSet/>
      <dgm:spPr/>
      <dgm:t>
        <a:bodyPr/>
        <a:lstStyle/>
        <a:p>
          <a:pPr>
            <a:lnSpc>
              <a:spcPct val="100000"/>
            </a:lnSpc>
          </a:pPr>
          <a:endParaRPr lang="en-US"/>
        </a:p>
      </dgm:t>
    </dgm:pt>
    <dgm:pt modelId="{CD696100-E42C-4D65-9948-1E0C4C49C577}">
      <dgm:prSet/>
      <dgm:spPr/>
      <dgm:t>
        <a:bodyPr/>
        <a:lstStyle/>
        <a:p>
          <a:pPr>
            <a:lnSpc>
              <a:spcPct val="100000"/>
            </a:lnSpc>
          </a:pPr>
          <a:r>
            <a:rPr lang="en-US" b="0" i="0"/>
            <a:t>Data Exploration</a:t>
          </a:r>
          <a:endParaRPr lang="en-US"/>
        </a:p>
      </dgm:t>
    </dgm:pt>
    <dgm:pt modelId="{FBD911ED-A975-42B3-8ED0-93191A5AEA6E}" type="parTrans" cxnId="{C05C0334-B54E-4E27-94A1-8626C6411227}">
      <dgm:prSet/>
      <dgm:spPr/>
      <dgm:t>
        <a:bodyPr/>
        <a:lstStyle/>
        <a:p>
          <a:endParaRPr lang="en-US"/>
        </a:p>
      </dgm:t>
    </dgm:pt>
    <dgm:pt modelId="{E4002C4C-5A51-4C54-988B-69E7C089ED77}" type="sibTrans" cxnId="{C05C0334-B54E-4E27-94A1-8626C6411227}">
      <dgm:prSet/>
      <dgm:spPr/>
      <dgm:t>
        <a:bodyPr/>
        <a:lstStyle/>
        <a:p>
          <a:pPr>
            <a:lnSpc>
              <a:spcPct val="100000"/>
            </a:lnSpc>
          </a:pPr>
          <a:endParaRPr lang="en-US"/>
        </a:p>
      </dgm:t>
    </dgm:pt>
    <dgm:pt modelId="{2E49875F-6B83-47F0-9412-0B5CD04A713F}">
      <dgm:prSet/>
      <dgm:spPr/>
      <dgm:t>
        <a:bodyPr/>
        <a:lstStyle/>
        <a:p>
          <a:pPr>
            <a:lnSpc>
              <a:spcPct val="100000"/>
            </a:lnSpc>
          </a:pPr>
          <a:r>
            <a:rPr lang="en-US" b="0" i="0"/>
            <a:t>Data Cleaning</a:t>
          </a:r>
          <a:endParaRPr lang="en-US"/>
        </a:p>
      </dgm:t>
    </dgm:pt>
    <dgm:pt modelId="{1020E626-A896-4F14-A752-52F217ADC7A0}" type="parTrans" cxnId="{69417ECF-7AF8-4EB5-A596-205742EB0B7D}">
      <dgm:prSet/>
      <dgm:spPr/>
      <dgm:t>
        <a:bodyPr/>
        <a:lstStyle/>
        <a:p>
          <a:endParaRPr lang="en-US"/>
        </a:p>
      </dgm:t>
    </dgm:pt>
    <dgm:pt modelId="{3269E9C8-14B5-4410-908A-C4A5632E4232}" type="sibTrans" cxnId="{69417ECF-7AF8-4EB5-A596-205742EB0B7D}">
      <dgm:prSet/>
      <dgm:spPr/>
      <dgm:t>
        <a:bodyPr/>
        <a:lstStyle/>
        <a:p>
          <a:pPr>
            <a:lnSpc>
              <a:spcPct val="100000"/>
            </a:lnSpc>
          </a:pPr>
          <a:endParaRPr lang="en-US"/>
        </a:p>
      </dgm:t>
    </dgm:pt>
    <dgm:pt modelId="{5D6074A6-34C4-43FC-9255-8B8EE3320D21}">
      <dgm:prSet/>
      <dgm:spPr/>
      <dgm:t>
        <a:bodyPr/>
        <a:lstStyle/>
        <a:p>
          <a:pPr>
            <a:lnSpc>
              <a:spcPct val="100000"/>
            </a:lnSpc>
          </a:pPr>
          <a:r>
            <a:rPr lang="en-US" b="0" i="0"/>
            <a:t>Data visualization</a:t>
          </a:r>
          <a:endParaRPr lang="en-US"/>
        </a:p>
      </dgm:t>
    </dgm:pt>
    <dgm:pt modelId="{53A04259-2E26-40FD-B591-EC8E3A7CA6AB}" type="parTrans" cxnId="{903AF4D3-A19C-4985-9E7C-797DC5936038}">
      <dgm:prSet/>
      <dgm:spPr/>
      <dgm:t>
        <a:bodyPr/>
        <a:lstStyle/>
        <a:p>
          <a:endParaRPr lang="en-US"/>
        </a:p>
      </dgm:t>
    </dgm:pt>
    <dgm:pt modelId="{1760E669-343C-4EF3-911B-3F9BF90AE86B}" type="sibTrans" cxnId="{903AF4D3-A19C-4985-9E7C-797DC5936038}">
      <dgm:prSet/>
      <dgm:spPr/>
      <dgm:t>
        <a:bodyPr/>
        <a:lstStyle/>
        <a:p>
          <a:pPr>
            <a:lnSpc>
              <a:spcPct val="100000"/>
            </a:lnSpc>
          </a:pPr>
          <a:endParaRPr lang="en-US"/>
        </a:p>
      </dgm:t>
    </dgm:pt>
    <dgm:pt modelId="{9B44BDE2-7AEC-493A-8658-63D9A8F36E06}">
      <dgm:prSet/>
      <dgm:spPr/>
      <dgm:t>
        <a:bodyPr/>
        <a:lstStyle/>
        <a:p>
          <a:pPr>
            <a:lnSpc>
              <a:spcPct val="100000"/>
            </a:lnSpc>
          </a:pPr>
          <a:r>
            <a:rPr lang="en-US" b="0" i="0"/>
            <a:t>Conclusions</a:t>
          </a:r>
          <a:endParaRPr lang="en-US"/>
        </a:p>
      </dgm:t>
    </dgm:pt>
    <dgm:pt modelId="{4F822F60-8920-4291-BCB1-0BA6AC3E299D}" type="parTrans" cxnId="{C11C81A7-09D4-436A-9C15-AEA0D6191BFA}">
      <dgm:prSet/>
      <dgm:spPr/>
      <dgm:t>
        <a:bodyPr/>
        <a:lstStyle/>
        <a:p>
          <a:endParaRPr lang="en-US"/>
        </a:p>
      </dgm:t>
    </dgm:pt>
    <dgm:pt modelId="{C1AE4D51-2ECA-40A2-A9CC-7ABF8E29FA92}" type="sibTrans" cxnId="{C11C81A7-09D4-436A-9C15-AEA0D6191BFA}">
      <dgm:prSet/>
      <dgm:spPr/>
      <dgm:t>
        <a:bodyPr/>
        <a:lstStyle/>
        <a:p>
          <a:endParaRPr lang="en-US"/>
        </a:p>
      </dgm:t>
    </dgm:pt>
    <dgm:pt modelId="{0D268439-1C17-42CD-BC4A-CD794A514EF5}" type="pres">
      <dgm:prSet presAssocID="{8DE4FFEB-06A2-4B84-89FA-E80BDA50D3B3}" presName="root" presStyleCnt="0">
        <dgm:presLayoutVars>
          <dgm:dir/>
          <dgm:resizeHandles val="exact"/>
        </dgm:presLayoutVars>
      </dgm:prSet>
      <dgm:spPr/>
    </dgm:pt>
    <dgm:pt modelId="{7FDF1B7B-699C-4641-8BB5-15ECF4442BD0}" type="pres">
      <dgm:prSet presAssocID="{8DE4FFEB-06A2-4B84-89FA-E80BDA50D3B3}" presName="container" presStyleCnt="0">
        <dgm:presLayoutVars>
          <dgm:dir/>
          <dgm:resizeHandles val="exact"/>
        </dgm:presLayoutVars>
      </dgm:prSet>
      <dgm:spPr/>
    </dgm:pt>
    <dgm:pt modelId="{3BA9C25E-6AA9-44D8-82AA-95BBBD4762E6}" type="pres">
      <dgm:prSet presAssocID="{B95FCCDE-9123-4FEA-BAA1-E035ACA7ADFA}" presName="compNode" presStyleCnt="0"/>
      <dgm:spPr/>
    </dgm:pt>
    <dgm:pt modelId="{F5E8A91C-33F5-4AC0-8B9C-319A5F555DA4}" type="pres">
      <dgm:prSet presAssocID="{B95FCCDE-9123-4FEA-BAA1-E035ACA7ADFA}" presName="iconBgRect" presStyleLbl="bgShp" presStyleIdx="0" presStyleCnt="6"/>
      <dgm:spPr/>
    </dgm:pt>
    <dgm:pt modelId="{D08B784B-727F-4DDE-BE45-FDEBD5599989}" type="pres">
      <dgm:prSet presAssocID="{B95FCCDE-9123-4FEA-BAA1-E035ACA7ADF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3F216BDC-0C4E-471A-80F9-81F282568A71}" type="pres">
      <dgm:prSet presAssocID="{B95FCCDE-9123-4FEA-BAA1-E035ACA7ADFA}" presName="spaceRect" presStyleCnt="0"/>
      <dgm:spPr/>
    </dgm:pt>
    <dgm:pt modelId="{7FF41836-1A7A-41A6-8C3C-933719AF4CF3}" type="pres">
      <dgm:prSet presAssocID="{B95FCCDE-9123-4FEA-BAA1-E035ACA7ADFA}" presName="textRect" presStyleLbl="revTx" presStyleIdx="0" presStyleCnt="6">
        <dgm:presLayoutVars>
          <dgm:chMax val="1"/>
          <dgm:chPref val="1"/>
        </dgm:presLayoutVars>
      </dgm:prSet>
      <dgm:spPr/>
    </dgm:pt>
    <dgm:pt modelId="{65BE005F-1B0A-4381-8CC5-3B02E404EAC6}" type="pres">
      <dgm:prSet presAssocID="{D843E067-9C09-4997-9EF0-4D4D3207FF05}" presName="sibTrans" presStyleLbl="sibTrans2D1" presStyleIdx="0" presStyleCnt="0"/>
      <dgm:spPr/>
    </dgm:pt>
    <dgm:pt modelId="{74BAE528-89EC-4DBD-8553-D09727AB065C}" type="pres">
      <dgm:prSet presAssocID="{98EF34DA-FB4B-4405-96EE-3C4C419D2D17}" presName="compNode" presStyleCnt="0"/>
      <dgm:spPr/>
    </dgm:pt>
    <dgm:pt modelId="{CC2C212B-7F5B-44CD-8AF0-A4345040410B}" type="pres">
      <dgm:prSet presAssocID="{98EF34DA-FB4B-4405-96EE-3C4C419D2D17}" presName="iconBgRect" presStyleLbl="bgShp" presStyleIdx="1" presStyleCnt="6"/>
      <dgm:spPr/>
    </dgm:pt>
    <dgm:pt modelId="{5DB6DA19-7484-4D8B-B754-784D798D07AD}" type="pres">
      <dgm:prSet presAssocID="{98EF34DA-FB4B-4405-96EE-3C4C419D2D1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p"/>
        </a:ext>
      </dgm:extLst>
    </dgm:pt>
    <dgm:pt modelId="{50AA8F24-2F1B-42C5-994B-FBE90E6EBEED}" type="pres">
      <dgm:prSet presAssocID="{98EF34DA-FB4B-4405-96EE-3C4C419D2D17}" presName="spaceRect" presStyleCnt="0"/>
      <dgm:spPr/>
    </dgm:pt>
    <dgm:pt modelId="{08722E15-8EA3-4FC5-AE60-DD2AC2FAAD2A}" type="pres">
      <dgm:prSet presAssocID="{98EF34DA-FB4B-4405-96EE-3C4C419D2D17}" presName="textRect" presStyleLbl="revTx" presStyleIdx="1" presStyleCnt="6">
        <dgm:presLayoutVars>
          <dgm:chMax val="1"/>
          <dgm:chPref val="1"/>
        </dgm:presLayoutVars>
      </dgm:prSet>
      <dgm:spPr/>
    </dgm:pt>
    <dgm:pt modelId="{965426DA-AB11-42BC-80FB-C57676639F2A}" type="pres">
      <dgm:prSet presAssocID="{1B6D020F-F2F7-4B91-9678-DE498232EF83}" presName="sibTrans" presStyleLbl="sibTrans2D1" presStyleIdx="0" presStyleCnt="0"/>
      <dgm:spPr/>
    </dgm:pt>
    <dgm:pt modelId="{828B6483-70E0-42C9-9A7A-BDCA9324BC9E}" type="pres">
      <dgm:prSet presAssocID="{CD696100-E42C-4D65-9948-1E0C4C49C577}" presName="compNode" presStyleCnt="0"/>
      <dgm:spPr/>
    </dgm:pt>
    <dgm:pt modelId="{73FABAE8-B752-409D-93C3-4DAEB9D9ECBB}" type="pres">
      <dgm:prSet presAssocID="{CD696100-E42C-4D65-9948-1E0C4C49C577}" presName="iconBgRect" presStyleLbl="bgShp" presStyleIdx="2" presStyleCnt="6"/>
      <dgm:spPr/>
    </dgm:pt>
    <dgm:pt modelId="{AF823A39-8AF7-4032-BE03-ED503775631C}" type="pres">
      <dgm:prSet presAssocID="{CD696100-E42C-4D65-9948-1E0C4C49C57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3C6F242F-2F86-419D-9EE0-74531375D4A2}" type="pres">
      <dgm:prSet presAssocID="{CD696100-E42C-4D65-9948-1E0C4C49C577}" presName="spaceRect" presStyleCnt="0"/>
      <dgm:spPr/>
    </dgm:pt>
    <dgm:pt modelId="{9CDDE2B6-98D3-43EF-AF56-165BCF16EC55}" type="pres">
      <dgm:prSet presAssocID="{CD696100-E42C-4D65-9948-1E0C4C49C577}" presName="textRect" presStyleLbl="revTx" presStyleIdx="2" presStyleCnt="6">
        <dgm:presLayoutVars>
          <dgm:chMax val="1"/>
          <dgm:chPref val="1"/>
        </dgm:presLayoutVars>
      </dgm:prSet>
      <dgm:spPr/>
    </dgm:pt>
    <dgm:pt modelId="{2E00CC0D-2A2C-446D-8CD6-0EF4C55B5EA3}" type="pres">
      <dgm:prSet presAssocID="{E4002C4C-5A51-4C54-988B-69E7C089ED77}" presName="sibTrans" presStyleLbl="sibTrans2D1" presStyleIdx="0" presStyleCnt="0"/>
      <dgm:spPr/>
    </dgm:pt>
    <dgm:pt modelId="{07CF2E2F-CE05-4B20-9ADD-CEA5F296B8B0}" type="pres">
      <dgm:prSet presAssocID="{2E49875F-6B83-47F0-9412-0B5CD04A713F}" presName="compNode" presStyleCnt="0"/>
      <dgm:spPr/>
    </dgm:pt>
    <dgm:pt modelId="{40799A2D-9E95-417C-B05E-37706C0470A6}" type="pres">
      <dgm:prSet presAssocID="{2E49875F-6B83-47F0-9412-0B5CD04A713F}" presName="iconBgRect" presStyleLbl="bgShp" presStyleIdx="3" presStyleCnt="6"/>
      <dgm:spPr/>
    </dgm:pt>
    <dgm:pt modelId="{6BE3F778-4B9F-42D2-9102-4E9A7328BD06}" type="pres">
      <dgm:prSet presAssocID="{2E49875F-6B83-47F0-9412-0B5CD04A713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p and bucket"/>
        </a:ext>
      </dgm:extLst>
    </dgm:pt>
    <dgm:pt modelId="{F8735971-1191-4A57-A6F8-2CFA86B14F91}" type="pres">
      <dgm:prSet presAssocID="{2E49875F-6B83-47F0-9412-0B5CD04A713F}" presName="spaceRect" presStyleCnt="0"/>
      <dgm:spPr/>
    </dgm:pt>
    <dgm:pt modelId="{5399AE49-E491-4335-A340-0A97C815CFE5}" type="pres">
      <dgm:prSet presAssocID="{2E49875F-6B83-47F0-9412-0B5CD04A713F}" presName="textRect" presStyleLbl="revTx" presStyleIdx="3" presStyleCnt="6">
        <dgm:presLayoutVars>
          <dgm:chMax val="1"/>
          <dgm:chPref val="1"/>
        </dgm:presLayoutVars>
      </dgm:prSet>
      <dgm:spPr/>
    </dgm:pt>
    <dgm:pt modelId="{45BBE190-2B76-4E40-993C-79ECC5424C08}" type="pres">
      <dgm:prSet presAssocID="{3269E9C8-14B5-4410-908A-C4A5632E4232}" presName="sibTrans" presStyleLbl="sibTrans2D1" presStyleIdx="0" presStyleCnt="0"/>
      <dgm:spPr/>
    </dgm:pt>
    <dgm:pt modelId="{0D9563C9-5B75-4652-A5A0-F9CA7C038651}" type="pres">
      <dgm:prSet presAssocID="{5D6074A6-34C4-43FC-9255-8B8EE3320D21}" presName="compNode" presStyleCnt="0"/>
      <dgm:spPr/>
    </dgm:pt>
    <dgm:pt modelId="{F15726F0-F430-408C-AF4D-316AE4DFBCC2}" type="pres">
      <dgm:prSet presAssocID="{5D6074A6-34C4-43FC-9255-8B8EE3320D21}" presName="iconBgRect" presStyleLbl="bgShp" presStyleIdx="4" presStyleCnt="6"/>
      <dgm:spPr/>
    </dgm:pt>
    <dgm:pt modelId="{187AD61E-5F10-4D13-A94F-31167104562B}" type="pres">
      <dgm:prSet presAssocID="{5D6074A6-34C4-43FC-9255-8B8EE3320D2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pward trend"/>
        </a:ext>
      </dgm:extLst>
    </dgm:pt>
    <dgm:pt modelId="{A6427B77-65FD-4343-B0B5-519F03F921F7}" type="pres">
      <dgm:prSet presAssocID="{5D6074A6-34C4-43FC-9255-8B8EE3320D21}" presName="spaceRect" presStyleCnt="0"/>
      <dgm:spPr/>
    </dgm:pt>
    <dgm:pt modelId="{B5AE5DD9-60AB-4A4D-9932-A879512DF0E0}" type="pres">
      <dgm:prSet presAssocID="{5D6074A6-34C4-43FC-9255-8B8EE3320D21}" presName="textRect" presStyleLbl="revTx" presStyleIdx="4" presStyleCnt="6">
        <dgm:presLayoutVars>
          <dgm:chMax val="1"/>
          <dgm:chPref val="1"/>
        </dgm:presLayoutVars>
      </dgm:prSet>
      <dgm:spPr/>
    </dgm:pt>
    <dgm:pt modelId="{3BA44B6F-B720-47F0-B488-9ACBE53F7F0F}" type="pres">
      <dgm:prSet presAssocID="{1760E669-343C-4EF3-911B-3F9BF90AE86B}" presName="sibTrans" presStyleLbl="sibTrans2D1" presStyleIdx="0" presStyleCnt="0"/>
      <dgm:spPr/>
    </dgm:pt>
    <dgm:pt modelId="{B279B086-724D-451D-9DC5-4241B055228F}" type="pres">
      <dgm:prSet presAssocID="{9B44BDE2-7AEC-493A-8658-63D9A8F36E06}" presName="compNode" presStyleCnt="0"/>
      <dgm:spPr/>
    </dgm:pt>
    <dgm:pt modelId="{6FC1D083-FB29-4C5C-BE33-D1C7E1E46002}" type="pres">
      <dgm:prSet presAssocID="{9B44BDE2-7AEC-493A-8658-63D9A8F36E06}" presName="iconBgRect" presStyleLbl="bgShp" presStyleIdx="5" presStyleCnt="6"/>
      <dgm:spPr/>
    </dgm:pt>
    <dgm:pt modelId="{91933B8B-968F-4363-AE49-81EDFDFB1178}" type="pres">
      <dgm:prSet presAssocID="{9B44BDE2-7AEC-493A-8658-63D9A8F36E0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heckmark"/>
        </a:ext>
      </dgm:extLst>
    </dgm:pt>
    <dgm:pt modelId="{6AD7B889-2A26-42BA-A399-EAC8D8B4E1CD}" type="pres">
      <dgm:prSet presAssocID="{9B44BDE2-7AEC-493A-8658-63D9A8F36E06}" presName="spaceRect" presStyleCnt="0"/>
      <dgm:spPr/>
    </dgm:pt>
    <dgm:pt modelId="{1A856C93-9D63-41E6-80E2-D4E99CE23078}" type="pres">
      <dgm:prSet presAssocID="{9B44BDE2-7AEC-493A-8658-63D9A8F36E06}" presName="textRect" presStyleLbl="revTx" presStyleIdx="5" presStyleCnt="6">
        <dgm:presLayoutVars>
          <dgm:chMax val="1"/>
          <dgm:chPref val="1"/>
        </dgm:presLayoutVars>
      </dgm:prSet>
      <dgm:spPr/>
    </dgm:pt>
  </dgm:ptLst>
  <dgm:cxnLst>
    <dgm:cxn modelId="{01743127-D2B6-4A49-BB8D-662A718F5FA8}" type="presOf" srcId="{9B44BDE2-7AEC-493A-8658-63D9A8F36E06}" destId="{1A856C93-9D63-41E6-80E2-D4E99CE23078}" srcOrd="0" destOrd="0" presId="urn:microsoft.com/office/officeart/2018/2/layout/IconCircleList"/>
    <dgm:cxn modelId="{C05C0334-B54E-4E27-94A1-8626C6411227}" srcId="{8DE4FFEB-06A2-4B84-89FA-E80BDA50D3B3}" destId="{CD696100-E42C-4D65-9948-1E0C4C49C577}" srcOrd="2" destOrd="0" parTransId="{FBD911ED-A975-42B3-8ED0-93191A5AEA6E}" sibTransId="{E4002C4C-5A51-4C54-988B-69E7C089ED77}"/>
    <dgm:cxn modelId="{A6371E44-0C17-4FF1-916C-414FDF4510DD}" type="presOf" srcId="{2E49875F-6B83-47F0-9412-0B5CD04A713F}" destId="{5399AE49-E491-4335-A340-0A97C815CFE5}" srcOrd="0" destOrd="0" presId="urn:microsoft.com/office/officeart/2018/2/layout/IconCircleList"/>
    <dgm:cxn modelId="{B1983868-E324-43C4-B467-63ECF22589E1}" type="presOf" srcId="{E4002C4C-5A51-4C54-988B-69E7C089ED77}" destId="{2E00CC0D-2A2C-446D-8CD6-0EF4C55B5EA3}" srcOrd="0" destOrd="0" presId="urn:microsoft.com/office/officeart/2018/2/layout/IconCircleList"/>
    <dgm:cxn modelId="{82F5AE4A-00AF-43AF-B18E-F10D3960B333}" type="presOf" srcId="{5D6074A6-34C4-43FC-9255-8B8EE3320D21}" destId="{B5AE5DD9-60AB-4A4D-9932-A879512DF0E0}" srcOrd="0" destOrd="0" presId="urn:microsoft.com/office/officeart/2018/2/layout/IconCircleList"/>
    <dgm:cxn modelId="{35A98C7F-F3B6-40E4-B170-30FD5810C483}" srcId="{8DE4FFEB-06A2-4B84-89FA-E80BDA50D3B3}" destId="{98EF34DA-FB4B-4405-96EE-3C4C419D2D17}" srcOrd="1" destOrd="0" parTransId="{9DE7F7A7-94D6-433E-A1CE-53842682EBEB}" sibTransId="{1B6D020F-F2F7-4B91-9678-DE498232EF83}"/>
    <dgm:cxn modelId="{5F0F7682-73D8-4402-9394-94525CAB5EF2}" type="presOf" srcId="{8DE4FFEB-06A2-4B84-89FA-E80BDA50D3B3}" destId="{0D268439-1C17-42CD-BC4A-CD794A514EF5}" srcOrd="0" destOrd="0" presId="urn:microsoft.com/office/officeart/2018/2/layout/IconCircleList"/>
    <dgm:cxn modelId="{4A00D58E-BFC2-4D26-9BE1-DE7B2DD96838}" type="presOf" srcId="{3269E9C8-14B5-4410-908A-C4A5632E4232}" destId="{45BBE190-2B76-4E40-993C-79ECC5424C08}" srcOrd="0" destOrd="0" presId="urn:microsoft.com/office/officeart/2018/2/layout/IconCircleList"/>
    <dgm:cxn modelId="{C11C81A7-09D4-436A-9C15-AEA0D6191BFA}" srcId="{8DE4FFEB-06A2-4B84-89FA-E80BDA50D3B3}" destId="{9B44BDE2-7AEC-493A-8658-63D9A8F36E06}" srcOrd="5" destOrd="0" parTransId="{4F822F60-8920-4291-BCB1-0BA6AC3E299D}" sibTransId="{C1AE4D51-2ECA-40A2-A9CC-7ABF8E29FA92}"/>
    <dgm:cxn modelId="{8D774BB4-FCC7-4259-BBFF-129463E29C0B}" type="presOf" srcId="{D843E067-9C09-4997-9EF0-4D4D3207FF05}" destId="{65BE005F-1B0A-4381-8CC5-3B02E404EAC6}" srcOrd="0" destOrd="0" presId="urn:microsoft.com/office/officeart/2018/2/layout/IconCircleList"/>
    <dgm:cxn modelId="{F8AF94BF-EA85-4789-8EA9-D398D9647E52}" type="presOf" srcId="{1760E669-343C-4EF3-911B-3F9BF90AE86B}" destId="{3BA44B6F-B720-47F0-B488-9ACBE53F7F0F}" srcOrd="0" destOrd="0" presId="urn:microsoft.com/office/officeart/2018/2/layout/IconCircleList"/>
    <dgm:cxn modelId="{480A42C0-F06B-4E3E-930D-10A661479E5C}" type="presOf" srcId="{1B6D020F-F2F7-4B91-9678-DE498232EF83}" destId="{965426DA-AB11-42BC-80FB-C57676639F2A}" srcOrd="0" destOrd="0" presId="urn:microsoft.com/office/officeart/2018/2/layout/IconCircleList"/>
    <dgm:cxn modelId="{69417ECF-7AF8-4EB5-A596-205742EB0B7D}" srcId="{8DE4FFEB-06A2-4B84-89FA-E80BDA50D3B3}" destId="{2E49875F-6B83-47F0-9412-0B5CD04A713F}" srcOrd="3" destOrd="0" parTransId="{1020E626-A896-4F14-A752-52F217ADC7A0}" sibTransId="{3269E9C8-14B5-4410-908A-C4A5632E4232}"/>
    <dgm:cxn modelId="{903AF4D3-A19C-4985-9E7C-797DC5936038}" srcId="{8DE4FFEB-06A2-4B84-89FA-E80BDA50D3B3}" destId="{5D6074A6-34C4-43FC-9255-8B8EE3320D21}" srcOrd="4" destOrd="0" parTransId="{53A04259-2E26-40FD-B591-EC8E3A7CA6AB}" sibTransId="{1760E669-343C-4EF3-911B-3F9BF90AE86B}"/>
    <dgm:cxn modelId="{CC0F81DB-E2A9-48A2-9669-6BC4201FD489}" srcId="{8DE4FFEB-06A2-4B84-89FA-E80BDA50D3B3}" destId="{B95FCCDE-9123-4FEA-BAA1-E035ACA7ADFA}" srcOrd="0" destOrd="0" parTransId="{AC2DD67D-3579-4E21-B11C-D597D5B7DDC4}" sibTransId="{D843E067-9C09-4997-9EF0-4D4D3207FF05}"/>
    <dgm:cxn modelId="{39F7F4E6-B834-4409-BB72-92B6EA964CA6}" type="presOf" srcId="{CD696100-E42C-4D65-9948-1E0C4C49C577}" destId="{9CDDE2B6-98D3-43EF-AF56-165BCF16EC55}" srcOrd="0" destOrd="0" presId="urn:microsoft.com/office/officeart/2018/2/layout/IconCircleList"/>
    <dgm:cxn modelId="{A80EF2EC-9A16-406F-BC4A-C378ADA3C589}" type="presOf" srcId="{98EF34DA-FB4B-4405-96EE-3C4C419D2D17}" destId="{08722E15-8EA3-4FC5-AE60-DD2AC2FAAD2A}" srcOrd="0" destOrd="0" presId="urn:microsoft.com/office/officeart/2018/2/layout/IconCircleList"/>
    <dgm:cxn modelId="{BB21A4F6-F044-4E65-8271-4229B394B79E}" type="presOf" srcId="{B95FCCDE-9123-4FEA-BAA1-E035ACA7ADFA}" destId="{7FF41836-1A7A-41A6-8C3C-933719AF4CF3}" srcOrd="0" destOrd="0" presId="urn:microsoft.com/office/officeart/2018/2/layout/IconCircleList"/>
    <dgm:cxn modelId="{6C348B20-60E8-4CF9-8B5E-3D5069641A6A}" type="presParOf" srcId="{0D268439-1C17-42CD-BC4A-CD794A514EF5}" destId="{7FDF1B7B-699C-4641-8BB5-15ECF4442BD0}" srcOrd="0" destOrd="0" presId="urn:microsoft.com/office/officeart/2018/2/layout/IconCircleList"/>
    <dgm:cxn modelId="{371A94FA-74BA-42C4-9924-7480E69A0487}" type="presParOf" srcId="{7FDF1B7B-699C-4641-8BB5-15ECF4442BD0}" destId="{3BA9C25E-6AA9-44D8-82AA-95BBBD4762E6}" srcOrd="0" destOrd="0" presId="urn:microsoft.com/office/officeart/2018/2/layout/IconCircleList"/>
    <dgm:cxn modelId="{31C7D64E-A920-4E3D-92AE-EDD9BE0872A3}" type="presParOf" srcId="{3BA9C25E-6AA9-44D8-82AA-95BBBD4762E6}" destId="{F5E8A91C-33F5-4AC0-8B9C-319A5F555DA4}" srcOrd="0" destOrd="0" presId="urn:microsoft.com/office/officeart/2018/2/layout/IconCircleList"/>
    <dgm:cxn modelId="{090E0256-65E1-4461-AC46-67F0B20904AE}" type="presParOf" srcId="{3BA9C25E-6AA9-44D8-82AA-95BBBD4762E6}" destId="{D08B784B-727F-4DDE-BE45-FDEBD5599989}" srcOrd="1" destOrd="0" presId="urn:microsoft.com/office/officeart/2018/2/layout/IconCircleList"/>
    <dgm:cxn modelId="{8678150E-FF60-4AF0-8555-994AD0AB6FC0}" type="presParOf" srcId="{3BA9C25E-6AA9-44D8-82AA-95BBBD4762E6}" destId="{3F216BDC-0C4E-471A-80F9-81F282568A71}" srcOrd="2" destOrd="0" presId="urn:microsoft.com/office/officeart/2018/2/layout/IconCircleList"/>
    <dgm:cxn modelId="{ECC897D2-8452-4DBC-B132-C72A0EB147F2}" type="presParOf" srcId="{3BA9C25E-6AA9-44D8-82AA-95BBBD4762E6}" destId="{7FF41836-1A7A-41A6-8C3C-933719AF4CF3}" srcOrd="3" destOrd="0" presId="urn:microsoft.com/office/officeart/2018/2/layout/IconCircleList"/>
    <dgm:cxn modelId="{B25B92F2-699C-41A4-B6F9-ACE8208DD0D3}" type="presParOf" srcId="{7FDF1B7B-699C-4641-8BB5-15ECF4442BD0}" destId="{65BE005F-1B0A-4381-8CC5-3B02E404EAC6}" srcOrd="1" destOrd="0" presId="urn:microsoft.com/office/officeart/2018/2/layout/IconCircleList"/>
    <dgm:cxn modelId="{B1B8B671-3552-4E33-A95B-BA35E590D0B8}" type="presParOf" srcId="{7FDF1B7B-699C-4641-8BB5-15ECF4442BD0}" destId="{74BAE528-89EC-4DBD-8553-D09727AB065C}" srcOrd="2" destOrd="0" presId="urn:microsoft.com/office/officeart/2018/2/layout/IconCircleList"/>
    <dgm:cxn modelId="{7D0E2470-8BAC-4EB4-BE8A-4040DDA51EAF}" type="presParOf" srcId="{74BAE528-89EC-4DBD-8553-D09727AB065C}" destId="{CC2C212B-7F5B-44CD-8AF0-A4345040410B}" srcOrd="0" destOrd="0" presId="urn:microsoft.com/office/officeart/2018/2/layout/IconCircleList"/>
    <dgm:cxn modelId="{4B86C25F-D8CF-471F-8ED1-0E4CCE194921}" type="presParOf" srcId="{74BAE528-89EC-4DBD-8553-D09727AB065C}" destId="{5DB6DA19-7484-4D8B-B754-784D798D07AD}" srcOrd="1" destOrd="0" presId="urn:microsoft.com/office/officeart/2018/2/layout/IconCircleList"/>
    <dgm:cxn modelId="{985CFF4B-4E3C-4F00-80BD-21A1BEE55FA6}" type="presParOf" srcId="{74BAE528-89EC-4DBD-8553-D09727AB065C}" destId="{50AA8F24-2F1B-42C5-994B-FBE90E6EBEED}" srcOrd="2" destOrd="0" presId="urn:microsoft.com/office/officeart/2018/2/layout/IconCircleList"/>
    <dgm:cxn modelId="{144083E0-CFAA-43FE-9885-E6B58FFC9874}" type="presParOf" srcId="{74BAE528-89EC-4DBD-8553-D09727AB065C}" destId="{08722E15-8EA3-4FC5-AE60-DD2AC2FAAD2A}" srcOrd="3" destOrd="0" presId="urn:microsoft.com/office/officeart/2018/2/layout/IconCircleList"/>
    <dgm:cxn modelId="{0F20E506-A471-44E7-ACEA-F3C655EB30CD}" type="presParOf" srcId="{7FDF1B7B-699C-4641-8BB5-15ECF4442BD0}" destId="{965426DA-AB11-42BC-80FB-C57676639F2A}" srcOrd="3" destOrd="0" presId="urn:microsoft.com/office/officeart/2018/2/layout/IconCircleList"/>
    <dgm:cxn modelId="{9F0770D5-27DF-47C5-9725-A7E6657818DA}" type="presParOf" srcId="{7FDF1B7B-699C-4641-8BB5-15ECF4442BD0}" destId="{828B6483-70E0-42C9-9A7A-BDCA9324BC9E}" srcOrd="4" destOrd="0" presId="urn:microsoft.com/office/officeart/2018/2/layout/IconCircleList"/>
    <dgm:cxn modelId="{2A13EA17-2CBC-469E-BC6F-1F673C463F1A}" type="presParOf" srcId="{828B6483-70E0-42C9-9A7A-BDCA9324BC9E}" destId="{73FABAE8-B752-409D-93C3-4DAEB9D9ECBB}" srcOrd="0" destOrd="0" presId="urn:microsoft.com/office/officeart/2018/2/layout/IconCircleList"/>
    <dgm:cxn modelId="{E2895329-8736-4DE9-8947-A79A7E0B25C4}" type="presParOf" srcId="{828B6483-70E0-42C9-9A7A-BDCA9324BC9E}" destId="{AF823A39-8AF7-4032-BE03-ED503775631C}" srcOrd="1" destOrd="0" presId="urn:microsoft.com/office/officeart/2018/2/layout/IconCircleList"/>
    <dgm:cxn modelId="{0A73E230-AAC4-4353-8001-488499E8E9D7}" type="presParOf" srcId="{828B6483-70E0-42C9-9A7A-BDCA9324BC9E}" destId="{3C6F242F-2F86-419D-9EE0-74531375D4A2}" srcOrd="2" destOrd="0" presId="urn:microsoft.com/office/officeart/2018/2/layout/IconCircleList"/>
    <dgm:cxn modelId="{519F63B8-B9EE-4D4A-9B6D-B5C28423E62C}" type="presParOf" srcId="{828B6483-70E0-42C9-9A7A-BDCA9324BC9E}" destId="{9CDDE2B6-98D3-43EF-AF56-165BCF16EC55}" srcOrd="3" destOrd="0" presId="urn:microsoft.com/office/officeart/2018/2/layout/IconCircleList"/>
    <dgm:cxn modelId="{4E04AE7B-C7F3-46FF-8900-F156B382A2BB}" type="presParOf" srcId="{7FDF1B7B-699C-4641-8BB5-15ECF4442BD0}" destId="{2E00CC0D-2A2C-446D-8CD6-0EF4C55B5EA3}" srcOrd="5" destOrd="0" presId="urn:microsoft.com/office/officeart/2018/2/layout/IconCircleList"/>
    <dgm:cxn modelId="{30A6CA38-C177-48E0-868D-FB94038E0AEF}" type="presParOf" srcId="{7FDF1B7B-699C-4641-8BB5-15ECF4442BD0}" destId="{07CF2E2F-CE05-4B20-9ADD-CEA5F296B8B0}" srcOrd="6" destOrd="0" presId="urn:microsoft.com/office/officeart/2018/2/layout/IconCircleList"/>
    <dgm:cxn modelId="{0B71FCF9-CCD7-4F6E-9213-75DBE3FDEFED}" type="presParOf" srcId="{07CF2E2F-CE05-4B20-9ADD-CEA5F296B8B0}" destId="{40799A2D-9E95-417C-B05E-37706C0470A6}" srcOrd="0" destOrd="0" presId="urn:microsoft.com/office/officeart/2018/2/layout/IconCircleList"/>
    <dgm:cxn modelId="{61DA1270-0DE1-4B10-8961-BD8FD7FCBC10}" type="presParOf" srcId="{07CF2E2F-CE05-4B20-9ADD-CEA5F296B8B0}" destId="{6BE3F778-4B9F-42D2-9102-4E9A7328BD06}" srcOrd="1" destOrd="0" presId="urn:microsoft.com/office/officeart/2018/2/layout/IconCircleList"/>
    <dgm:cxn modelId="{31B47BC8-C199-41D4-AEE7-8210D26656E0}" type="presParOf" srcId="{07CF2E2F-CE05-4B20-9ADD-CEA5F296B8B0}" destId="{F8735971-1191-4A57-A6F8-2CFA86B14F91}" srcOrd="2" destOrd="0" presId="urn:microsoft.com/office/officeart/2018/2/layout/IconCircleList"/>
    <dgm:cxn modelId="{47EF71B7-FADD-487B-911C-91687C580B81}" type="presParOf" srcId="{07CF2E2F-CE05-4B20-9ADD-CEA5F296B8B0}" destId="{5399AE49-E491-4335-A340-0A97C815CFE5}" srcOrd="3" destOrd="0" presId="urn:microsoft.com/office/officeart/2018/2/layout/IconCircleList"/>
    <dgm:cxn modelId="{F96B7C6C-959E-4DB3-B849-2803F0504A23}" type="presParOf" srcId="{7FDF1B7B-699C-4641-8BB5-15ECF4442BD0}" destId="{45BBE190-2B76-4E40-993C-79ECC5424C08}" srcOrd="7" destOrd="0" presId="urn:microsoft.com/office/officeart/2018/2/layout/IconCircleList"/>
    <dgm:cxn modelId="{12AB1909-6E36-4B86-B59D-667DE7DB45B4}" type="presParOf" srcId="{7FDF1B7B-699C-4641-8BB5-15ECF4442BD0}" destId="{0D9563C9-5B75-4652-A5A0-F9CA7C038651}" srcOrd="8" destOrd="0" presId="urn:microsoft.com/office/officeart/2018/2/layout/IconCircleList"/>
    <dgm:cxn modelId="{504BCF7C-6951-4E1C-8DB6-F5D882131BE4}" type="presParOf" srcId="{0D9563C9-5B75-4652-A5A0-F9CA7C038651}" destId="{F15726F0-F430-408C-AF4D-316AE4DFBCC2}" srcOrd="0" destOrd="0" presId="urn:microsoft.com/office/officeart/2018/2/layout/IconCircleList"/>
    <dgm:cxn modelId="{FD512FFB-01E1-444F-8B46-FACCD63BA951}" type="presParOf" srcId="{0D9563C9-5B75-4652-A5A0-F9CA7C038651}" destId="{187AD61E-5F10-4D13-A94F-31167104562B}" srcOrd="1" destOrd="0" presId="urn:microsoft.com/office/officeart/2018/2/layout/IconCircleList"/>
    <dgm:cxn modelId="{56833D29-C302-4A69-9631-1E9673A94F1E}" type="presParOf" srcId="{0D9563C9-5B75-4652-A5A0-F9CA7C038651}" destId="{A6427B77-65FD-4343-B0B5-519F03F921F7}" srcOrd="2" destOrd="0" presId="urn:microsoft.com/office/officeart/2018/2/layout/IconCircleList"/>
    <dgm:cxn modelId="{E6DFC886-967D-4725-8129-351DB17732F8}" type="presParOf" srcId="{0D9563C9-5B75-4652-A5A0-F9CA7C038651}" destId="{B5AE5DD9-60AB-4A4D-9932-A879512DF0E0}" srcOrd="3" destOrd="0" presId="urn:microsoft.com/office/officeart/2018/2/layout/IconCircleList"/>
    <dgm:cxn modelId="{73C35151-E577-4447-8375-08A0349FEB24}" type="presParOf" srcId="{7FDF1B7B-699C-4641-8BB5-15ECF4442BD0}" destId="{3BA44B6F-B720-47F0-B488-9ACBE53F7F0F}" srcOrd="9" destOrd="0" presId="urn:microsoft.com/office/officeart/2018/2/layout/IconCircleList"/>
    <dgm:cxn modelId="{3C5DE175-D375-4416-ACF5-DD65C53836CC}" type="presParOf" srcId="{7FDF1B7B-699C-4641-8BB5-15ECF4442BD0}" destId="{B279B086-724D-451D-9DC5-4241B055228F}" srcOrd="10" destOrd="0" presId="urn:microsoft.com/office/officeart/2018/2/layout/IconCircleList"/>
    <dgm:cxn modelId="{74CF7F74-3E96-4E16-A668-79F466A40F4A}" type="presParOf" srcId="{B279B086-724D-451D-9DC5-4241B055228F}" destId="{6FC1D083-FB29-4C5C-BE33-D1C7E1E46002}" srcOrd="0" destOrd="0" presId="urn:microsoft.com/office/officeart/2018/2/layout/IconCircleList"/>
    <dgm:cxn modelId="{94162105-8114-4E47-A2E8-E93177BAFB33}" type="presParOf" srcId="{B279B086-724D-451D-9DC5-4241B055228F}" destId="{91933B8B-968F-4363-AE49-81EDFDFB1178}" srcOrd="1" destOrd="0" presId="urn:microsoft.com/office/officeart/2018/2/layout/IconCircleList"/>
    <dgm:cxn modelId="{278BDE4B-A1BE-4D95-8AB5-458B42ED805B}" type="presParOf" srcId="{B279B086-724D-451D-9DC5-4241B055228F}" destId="{6AD7B889-2A26-42BA-A399-EAC8D8B4E1CD}" srcOrd="2" destOrd="0" presId="urn:microsoft.com/office/officeart/2018/2/layout/IconCircleList"/>
    <dgm:cxn modelId="{BBB94987-A624-418B-87E4-5A3945CF3693}" type="presParOf" srcId="{B279B086-724D-451D-9DC5-4241B055228F}" destId="{1A856C93-9D63-41E6-80E2-D4E99CE23078}"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41426B-E947-423B-8265-E1BF979E3A3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9F95F75-53A7-4311-83C7-B2C846859862}">
      <dgm:prSet/>
      <dgm:spPr/>
      <dgm:t>
        <a:bodyPr/>
        <a:lstStyle/>
        <a:p>
          <a:r>
            <a:rPr lang="en-US" b="0" i="0" dirty="0"/>
            <a:t>This dataset consists of TV shows and movies available on Netflix as of 2019. The dataset is collected from </a:t>
          </a:r>
          <a:r>
            <a:rPr lang="en-US" b="0" i="0" dirty="0" err="1"/>
            <a:t>Flixable</a:t>
          </a:r>
          <a:r>
            <a:rPr lang="en-US" b="0" i="0" dirty="0"/>
            <a:t>, which is a third-party Netflix search engine.</a:t>
          </a:r>
          <a:endParaRPr lang="en-US" dirty="0"/>
        </a:p>
      </dgm:t>
    </dgm:pt>
    <dgm:pt modelId="{19E7E99F-5174-48B8-A9C8-1493616F80D5}" type="parTrans" cxnId="{0CA7AC3D-33B0-49AD-AAA0-BC5590206550}">
      <dgm:prSet/>
      <dgm:spPr/>
      <dgm:t>
        <a:bodyPr/>
        <a:lstStyle/>
        <a:p>
          <a:endParaRPr lang="en-US"/>
        </a:p>
      </dgm:t>
    </dgm:pt>
    <dgm:pt modelId="{F8A45CC2-0134-4AD8-B1A0-C47D2538BB77}" type="sibTrans" cxnId="{0CA7AC3D-33B0-49AD-AAA0-BC5590206550}">
      <dgm:prSet/>
      <dgm:spPr/>
      <dgm:t>
        <a:bodyPr/>
        <a:lstStyle/>
        <a:p>
          <a:endParaRPr lang="en-US"/>
        </a:p>
      </dgm:t>
    </dgm:pt>
    <dgm:pt modelId="{57B5B9C5-26FD-41A6-A380-D42D6C27DDCC}">
      <dgm:prSet/>
      <dgm:spPr/>
      <dgm:t>
        <a:bodyPr/>
        <a:lstStyle/>
        <a:p>
          <a:r>
            <a:rPr lang="en-US" b="0" i="0"/>
            <a:t>In 2018, they released an interesting </a:t>
          </a:r>
          <a:r>
            <a:rPr lang="en-US" b="0" i="0">
              <a:hlinkClick xmlns:r="http://schemas.openxmlformats.org/officeDocument/2006/relationships" r:id="rId1"/>
            </a:rPr>
            <a:t>report</a:t>
          </a:r>
          <a:r>
            <a:rPr lang="en-US" b="0" i="0"/>
            <a:t> that shows that the number of TV shows on Netflix has nearly tripled since 2010. The streaming service’s number of movies has decreased by more than 2,000 titles since 2010, while its number of TV shows has nearly tripled. It will be interesting to explore what all other insights can be obtained from the same dataset.</a:t>
          </a:r>
          <a:endParaRPr lang="en-US"/>
        </a:p>
      </dgm:t>
    </dgm:pt>
    <dgm:pt modelId="{C9C7B4A2-3E78-42B8-93A9-FCB0E8896858}" type="parTrans" cxnId="{4BE52F1C-4C82-44BD-A5C9-033FCA25B7B8}">
      <dgm:prSet/>
      <dgm:spPr/>
      <dgm:t>
        <a:bodyPr/>
        <a:lstStyle/>
        <a:p>
          <a:endParaRPr lang="en-US"/>
        </a:p>
      </dgm:t>
    </dgm:pt>
    <dgm:pt modelId="{D0DD4536-491F-4243-8BE0-E8B55784D385}" type="sibTrans" cxnId="{4BE52F1C-4C82-44BD-A5C9-033FCA25B7B8}">
      <dgm:prSet/>
      <dgm:spPr/>
      <dgm:t>
        <a:bodyPr/>
        <a:lstStyle/>
        <a:p>
          <a:endParaRPr lang="en-US"/>
        </a:p>
      </dgm:t>
    </dgm:pt>
    <dgm:pt modelId="{229F252E-DECD-4E47-B5AE-61A6328BAF2F}">
      <dgm:prSet/>
      <dgm:spPr/>
      <dgm:t>
        <a:bodyPr/>
        <a:lstStyle/>
        <a:p>
          <a:r>
            <a:rPr lang="en-US" b="0" i="0"/>
            <a:t>Integrating this dataset with other external datasets such as IMDB ratings, rotten tomatoes can also provide many exciting findings.</a:t>
          </a:r>
          <a:endParaRPr lang="en-US"/>
        </a:p>
      </dgm:t>
    </dgm:pt>
    <dgm:pt modelId="{3209890A-C365-4EFA-B07A-3907508956A4}" type="parTrans" cxnId="{4E2F047B-1300-446C-A3AB-5CCB7AB8DA41}">
      <dgm:prSet/>
      <dgm:spPr/>
      <dgm:t>
        <a:bodyPr/>
        <a:lstStyle/>
        <a:p>
          <a:endParaRPr lang="en-US"/>
        </a:p>
      </dgm:t>
    </dgm:pt>
    <dgm:pt modelId="{F00562F6-9F91-4CB0-B01C-BFCA0AA0727A}" type="sibTrans" cxnId="{4E2F047B-1300-446C-A3AB-5CCB7AB8DA41}">
      <dgm:prSet/>
      <dgm:spPr/>
      <dgm:t>
        <a:bodyPr/>
        <a:lstStyle/>
        <a:p>
          <a:endParaRPr lang="en-US"/>
        </a:p>
      </dgm:t>
    </dgm:pt>
    <dgm:pt modelId="{EFAF3EB2-16ED-4C24-A48B-A0ED25551272}" type="pres">
      <dgm:prSet presAssocID="{F141426B-E947-423B-8265-E1BF979E3A38}" presName="root" presStyleCnt="0">
        <dgm:presLayoutVars>
          <dgm:dir/>
          <dgm:resizeHandles val="exact"/>
        </dgm:presLayoutVars>
      </dgm:prSet>
      <dgm:spPr/>
    </dgm:pt>
    <dgm:pt modelId="{4D3D8EE9-3D9B-4B56-97AA-91AEAD3452B8}" type="pres">
      <dgm:prSet presAssocID="{D9F95F75-53A7-4311-83C7-B2C846859862}" presName="compNode" presStyleCnt="0"/>
      <dgm:spPr/>
    </dgm:pt>
    <dgm:pt modelId="{CBB1BD5F-2CAD-4883-B542-BF0372EDF18A}" type="pres">
      <dgm:prSet presAssocID="{D9F95F75-53A7-4311-83C7-B2C846859862}" presName="bgRect" presStyleLbl="bgShp" presStyleIdx="0" presStyleCnt="3"/>
      <dgm:spPr/>
    </dgm:pt>
    <dgm:pt modelId="{F63615BD-A638-4A95-88B0-82AD8721AA4C}" type="pres">
      <dgm:prSet presAssocID="{D9F95F75-53A7-4311-83C7-B2C846859862}"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levision"/>
        </a:ext>
      </dgm:extLst>
    </dgm:pt>
    <dgm:pt modelId="{E801F721-64E3-42B3-848F-66A2B7E7F9E8}" type="pres">
      <dgm:prSet presAssocID="{D9F95F75-53A7-4311-83C7-B2C846859862}" presName="spaceRect" presStyleCnt="0"/>
      <dgm:spPr/>
    </dgm:pt>
    <dgm:pt modelId="{968F75E0-B035-486E-B66E-049DBCBFDD10}" type="pres">
      <dgm:prSet presAssocID="{D9F95F75-53A7-4311-83C7-B2C846859862}" presName="parTx" presStyleLbl="revTx" presStyleIdx="0" presStyleCnt="3">
        <dgm:presLayoutVars>
          <dgm:chMax val="0"/>
          <dgm:chPref val="0"/>
        </dgm:presLayoutVars>
      </dgm:prSet>
      <dgm:spPr/>
    </dgm:pt>
    <dgm:pt modelId="{8531E409-6194-4477-B7C1-D30A9D2C45E6}" type="pres">
      <dgm:prSet presAssocID="{F8A45CC2-0134-4AD8-B1A0-C47D2538BB77}" presName="sibTrans" presStyleCnt="0"/>
      <dgm:spPr/>
    </dgm:pt>
    <dgm:pt modelId="{8AE0B032-4562-4C9E-A248-8576EA1DB6E3}" type="pres">
      <dgm:prSet presAssocID="{57B5B9C5-26FD-41A6-A380-D42D6C27DDCC}" presName="compNode" presStyleCnt="0"/>
      <dgm:spPr/>
    </dgm:pt>
    <dgm:pt modelId="{887B8426-4276-40BF-B454-789A3319BCDD}" type="pres">
      <dgm:prSet presAssocID="{57B5B9C5-26FD-41A6-A380-D42D6C27DDCC}" presName="bgRect" presStyleLbl="bgShp" presStyleIdx="1" presStyleCnt="3"/>
      <dgm:spPr/>
    </dgm:pt>
    <dgm:pt modelId="{8D69F430-8419-463F-8830-D92ECFC9560A}" type="pres">
      <dgm:prSet presAssocID="{57B5B9C5-26FD-41A6-A380-D42D6C27DDCC}"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ilm reel"/>
        </a:ext>
      </dgm:extLst>
    </dgm:pt>
    <dgm:pt modelId="{250DDE9A-DBEF-4847-81ED-7084A66D006E}" type="pres">
      <dgm:prSet presAssocID="{57B5B9C5-26FD-41A6-A380-D42D6C27DDCC}" presName="spaceRect" presStyleCnt="0"/>
      <dgm:spPr/>
    </dgm:pt>
    <dgm:pt modelId="{FD418B44-9FB5-4516-9AC7-5C57F6150A3E}" type="pres">
      <dgm:prSet presAssocID="{57B5B9C5-26FD-41A6-A380-D42D6C27DDCC}" presName="parTx" presStyleLbl="revTx" presStyleIdx="1" presStyleCnt="3">
        <dgm:presLayoutVars>
          <dgm:chMax val="0"/>
          <dgm:chPref val="0"/>
        </dgm:presLayoutVars>
      </dgm:prSet>
      <dgm:spPr/>
    </dgm:pt>
    <dgm:pt modelId="{6F0A3850-9948-4A06-8DB6-EB5706B4E2D9}" type="pres">
      <dgm:prSet presAssocID="{D0DD4536-491F-4243-8BE0-E8B55784D385}" presName="sibTrans" presStyleCnt="0"/>
      <dgm:spPr/>
    </dgm:pt>
    <dgm:pt modelId="{F8A569F7-D884-40A3-B038-B28D7490975C}" type="pres">
      <dgm:prSet presAssocID="{229F252E-DECD-4E47-B5AE-61A6328BAF2F}" presName="compNode" presStyleCnt="0"/>
      <dgm:spPr/>
    </dgm:pt>
    <dgm:pt modelId="{19E89A38-6B8F-4B42-B2B4-52A1A40915F8}" type="pres">
      <dgm:prSet presAssocID="{229F252E-DECD-4E47-B5AE-61A6328BAF2F}" presName="bgRect" presStyleLbl="bgShp" presStyleIdx="2" presStyleCnt="3"/>
      <dgm:spPr/>
    </dgm:pt>
    <dgm:pt modelId="{5C39599A-92D6-44FC-95B2-E12F2602ECB3}" type="pres">
      <dgm:prSet presAssocID="{229F252E-DECD-4E47-B5AE-61A6328BAF2F}"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Grapes"/>
        </a:ext>
      </dgm:extLst>
    </dgm:pt>
    <dgm:pt modelId="{37147ED3-F6F3-413C-B5A6-60BFB84BF019}" type="pres">
      <dgm:prSet presAssocID="{229F252E-DECD-4E47-B5AE-61A6328BAF2F}" presName="spaceRect" presStyleCnt="0"/>
      <dgm:spPr/>
    </dgm:pt>
    <dgm:pt modelId="{2D2F8BDA-5F93-4F7B-B71D-66528854AE38}" type="pres">
      <dgm:prSet presAssocID="{229F252E-DECD-4E47-B5AE-61A6328BAF2F}" presName="parTx" presStyleLbl="revTx" presStyleIdx="2" presStyleCnt="3">
        <dgm:presLayoutVars>
          <dgm:chMax val="0"/>
          <dgm:chPref val="0"/>
        </dgm:presLayoutVars>
      </dgm:prSet>
      <dgm:spPr/>
    </dgm:pt>
  </dgm:ptLst>
  <dgm:cxnLst>
    <dgm:cxn modelId="{18761116-FDF0-48BB-AD2E-EA89FAF6B0AE}" type="presOf" srcId="{F141426B-E947-423B-8265-E1BF979E3A38}" destId="{EFAF3EB2-16ED-4C24-A48B-A0ED25551272}" srcOrd="0" destOrd="0" presId="urn:microsoft.com/office/officeart/2018/2/layout/IconVerticalSolidList"/>
    <dgm:cxn modelId="{4BE52F1C-4C82-44BD-A5C9-033FCA25B7B8}" srcId="{F141426B-E947-423B-8265-E1BF979E3A38}" destId="{57B5B9C5-26FD-41A6-A380-D42D6C27DDCC}" srcOrd="1" destOrd="0" parTransId="{C9C7B4A2-3E78-42B8-93A9-FCB0E8896858}" sibTransId="{D0DD4536-491F-4243-8BE0-E8B55784D385}"/>
    <dgm:cxn modelId="{B2905D33-860A-4781-BF02-78E44E36CA8E}" type="presOf" srcId="{57B5B9C5-26FD-41A6-A380-D42D6C27DDCC}" destId="{FD418B44-9FB5-4516-9AC7-5C57F6150A3E}" srcOrd="0" destOrd="0" presId="urn:microsoft.com/office/officeart/2018/2/layout/IconVerticalSolidList"/>
    <dgm:cxn modelId="{0CA7AC3D-33B0-49AD-AAA0-BC5590206550}" srcId="{F141426B-E947-423B-8265-E1BF979E3A38}" destId="{D9F95F75-53A7-4311-83C7-B2C846859862}" srcOrd="0" destOrd="0" parTransId="{19E7E99F-5174-48B8-A9C8-1493616F80D5}" sibTransId="{F8A45CC2-0134-4AD8-B1A0-C47D2538BB77}"/>
    <dgm:cxn modelId="{7A4A4145-4134-4AAE-8450-51E5001931BD}" type="presOf" srcId="{D9F95F75-53A7-4311-83C7-B2C846859862}" destId="{968F75E0-B035-486E-B66E-049DBCBFDD10}" srcOrd="0" destOrd="0" presId="urn:microsoft.com/office/officeart/2018/2/layout/IconVerticalSolidList"/>
    <dgm:cxn modelId="{4E2F047B-1300-446C-A3AB-5CCB7AB8DA41}" srcId="{F141426B-E947-423B-8265-E1BF979E3A38}" destId="{229F252E-DECD-4E47-B5AE-61A6328BAF2F}" srcOrd="2" destOrd="0" parTransId="{3209890A-C365-4EFA-B07A-3907508956A4}" sibTransId="{F00562F6-9F91-4CB0-B01C-BFCA0AA0727A}"/>
    <dgm:cxn modelId="{2A1DE9D5-65F5-458E-AB89-A1F77226C5BC}" type="presOf" srcId="{229F252E-DECD-4E47-B5AE-61A6328BAF2F}" destId="{2D2F8BDA-5F93-4F7B-B71D-66528854AE38}" srcOrd="0" destOrd="0" presId="urn:microsoft.com/office/officeart/2018/2/layout/IconVerticalSolidList"/>
    <dgm:cxn modelId="{195C8171-BA00-4093-9761-FB10FB6CDF83}" type="presParOf" srcId="{EFAF3EB2-16ED-4C24-A48B-A0ED25551272}" destId="{4D3D8EE9-3D9B-4B56-97AA-91AEAD3452B8}" srcOrd="0" destOrd="0" presId="urn:microsoft.com/office/officeart/2018/2/layout/IconVerticalSolidList"/>
    <dgm:cxn modelId="{E85F77AD-8F8E-4430-BBD9-F5A849659531}" type="presParOf" srcId="{4D3D8EE9-3D9B-4B56-97AA-91AEAD3452B8}" destId="{CBB1BD5F-2CAD-4883-B542-BF0372EDF18A}" srcOrd="0" destOrd="0" presId="urn:microsoft.com/office/officeart/2018/2/layout/IconVerticalSolidList"/>
    <dgm:cxn modelId="{8C14FF57-09F7-4714-BA64-1344CD816DC3}" type="presParOf" srcId="{4D3D8EE9-3D9B-4B56-97AA-91AEAD3452B8}" destId="{F63615BD-A638-4A95-88B0-82AD8721AA4C}" srcOrd="1" destOrd="0" presId="urn:microsoft.com/office/officeart/2018/2/layout/IconVerticalSolidList"/>
    <dgm:cxn modelId="{341145F9-4D4E-4406-B546-D80E32CA4FB2}" type="presParOf" srcId="{4D3D8EE9-3D9B-4B56-97AA-91AEAD3452B8}" destId="{E801F721-64E3-42B3-848F-66A2B7E7F9E8}" srcOrd="2" destOrd="0" presId="urn:microsoft.com/office/officeart/2018/2/layout/IconVerticalSolidList"/>
    <dgm:cxn modelId="{BFA9CB1C-734D-460D-89AB-B8EBC55CC86E}" type="presParOf" srcId="{4D3D8EE9-3D9B-4B56-97AA-91AEAD3452B8}" destId="{968F75E0-B035-486E-B66E-049DBCBFDD10}" srcOrd="3" destOrd="0" presId="urn:microsoft.com/office/officeart/2018/2/layout/IconVerticalSolidList"/>
    <dgm:cxn modelId="{50100F7C-FCF5-4F47-B569-2BEB8EE5226A}" type="presParOf" srcId="{EFAF3EB2-16ED-4C24-A48B-A0ED25551272}" destId="{8531E409-6194-4477-B7C1-D30A9D2C45E6}" srcOrd="1" destOrd="0" presId="urn:microsoft.com/office/officeart/2018/2/layout/IconVerticalSolidList"/>
    <dgm:cxn modelId="{C1DD3406-CE30-4621-ADC3-4CC097417A19}" type="presParOf" srcId="{EFAF3EB2-16ED-4C24-A48B-A0ED25551272}" destId="{8AE0B032-4562-4C9E-A248-8576EA1DB6E3}" srcOrd="2" destOrd="0" presId="urn:microsoft.com/office/officeart/2018/2/layout/IconVerticalSolidList"/>
    <dgm:cxn modelId="{BC8BB038-B1F5-445C-813B-0F6C89C12F06}" type="presParOf" srcId="{8AE0B032-4562-4C9E-A248-8576EA1DB6E3}" destId="{887B8426-4276-40BF-B454-789A3319BCDD}" srcOrd="0" destOrd="0" presId="urn:microsoft.com/office/officeart/2018/2/layout/IconVerticalSolidList"/>
    <dgm:cxn modelId="{82AFB54B-956B-4987-8A68-8BD7C0BA6210}" type="presParOf" srcId="{8AE0B032-4562-4C9E-A248-8576EA1DB6E3}" destId="{8D69F430-8419-463F-8830-D92ECFC9560A}" srcOrd="1" destOrd="0" presId="urn:microsoft.com/office/officeart/2018/2/layout/IconVerticalSolidList"/>
    <dgm:cxn modelId="{9C002BA4-4ACD-4F3D-AF3D-65413D926301}" type="presParOf" srcId="{8AE0B032-4562-4C9E-A248-8576EA1DB6E3}" destId="{250DDE9A-DBEF-4847-81ED-7084A66D006E}" srcOrd="2" destOrd="0" presId="urn:microsoft.com/office/officeart/2018/2/layout/IconVerticalSolidList"/>
    <dgm:cxn modelId="{547C508B-4B19-4F88-8475-B08B2400EF78}" type="presParOf" srcId="{8AE0B032-4562-4C9E-A248-8576EA1DB6E3}" destId="{FD418B44-9FB5-4516-9AC7-5C57F6150A3E}" srcOrd="3" destOrd="0" presId="urn:microsoft.com/office/officeart/2018/2/layout/IconVerticalSolidList"/>
    <dgm:cxn modelId="{8D707E25-A15C-42E6-BD29-D9442D875AB4}" type="presParOf" srcId="{EFAF3EB2-16ED-4C24-A48B-A0ED25551272}" destId="{6F0A3850-9948-4A06-8DB6-EB5706B4E2D9}" srcOrd="3" destOrd="0" presId="urn:microsoft.com/office/officeart/2018/2/layout/IconVerticalSolidList"/>
    <dgm:cxn modelId="{6D26EBEE-CD5D-4E89-B340-D6BBB381C40C}" type="presParOf" srcId="{EFAF3EB2-16ED-4C24-A48B-A0ED25551272}" destId="{F8A569F7-D884-40A3-B038-B28D7490975C}" srcOrd="4" destOrd="0" presId="urn:microsoft.com/office/officeart/2018/2/layout/IconVerticalSolidList"/>
    <dgm:cxn modelId="{8A0BE786-8E1F-487F-B04A-4D9AAB703F5C}" type="presParOf" srcId="{F8A569F7-D884-40A3-B038-B28D7490975C}" destId="{19E89A38-6B8F-4B42-B2B4-52A1A40915F8}" srcOrd="0" destOrd="0" presId="urn:microsoft.com/office/officeart/2018/2/layout/IconVerticalSolidList"/>
    <dgm:cxn modelId="{60E5F0DD-FE52-4ED0-950C-939FF6283177}" type="presParOf" srcId="{F8A569F7-D884-40A3-B038-B28D7490975C}" destId="{5C39599A-92D6-44FC-95B2-E12F2602ECB3}" srcOrd="1" destOrd="0" presId="urn:microsoft.com/office/officeart/2018/2/layout/IconVerticalSolidList"/>
    <dgm:cxn modelId="{32563FA3-AC62-48EC-B997-D0F7397025A5}" type="presParOf" srcId="{F8A569F7-D884-40A3-B038-B28D7490975C}" destId="{37147ED3-F6F3-413C-B5A6-60BFB84BF019}" srcOrd="2" destOrd="0" presId="urn:microsoft.com/office/officeart/2018/2/layout/IconVerticalSolidList"/>
    <dgm:cxn modelId="{F1557D46-A4FF-453A-981E-A10B854B3EB7}" type="presParOf" srcId="{F8A569F7-D884-40A3-B038-B28D7490975C}" destId="{2D2F8BDA-5F93-4F7B-B71D-66528854AE3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B2CB96-2B97-4912-B173-A37F24428D49}" type="doc">
      <dgm:prSet loTypeId="urn:microsoft.com/office/officeart/2005/8/layout/vProcess5" loCatId="process" qsTypeId="urn:microsoft.com/office/officeart/2005/8/quickstyle/simple4" qsCatId="simple" csTypeId="urn:microsoft.com/office/officeart/2005/8/colors/colorful1" csCatId="colorful"/>
      <dgm:spPr/>
      <dgm:t>
        <a:bodyPr/>
        <a:lstStyle/>
        <a:p>
          <a:endParaRPr lang="en-US"/>
        </a:p>
      </dgm:t>
    </dgm:pt>
    <dgm:pt modelId="{E7A53AED-8480-4CA1-9B92-D6DD9A58162A}">
      <dgm:prSet/>
      <dgm:spPr/>
      <dgm:t>
        <a:bodyPr/>
        <a:lstStyle/>
        <a:p>
          <a:r>
            <a:rPr lang="en-US" b="0" i="0"/>
            <a:t>We have derived 2 </a:t>
          </a:r>
          <a:r>
            <a:rPr lang="en-US"/>
            <a:t>fields from date_added variable for analysis</a:t>
          </a:r>
        </a:p>
      </dgm:t>
    </dgm:pt>
    <dgm:pt modelId="{DB2D50EE-05A7-46DE-A72E-B4FE826ABEF5}" type="parTrans" cxnId="{EAFD1E1C-F17A-484D-95D0-D700E9A29012}">
      <dgm:prSet/>
      <dgm:spPr/>
      <dgm:t>
        <a:bodyPr/>
        <a:lstStyle/>
        <a:p>
          <a:endParaRPr lang="en-US"/>
        </a:p>
      </dgm:t>
    </dgm:pt>
    <dgm:pt modelId="{8CB217FE-AB15-479F-B9B8-A4B6E7427046}" type="sibTrans" cxnId="{EAFD1E1C-F17A-484D-95D0-D700E9A29012}">
      <dgm:prSet/>
      <dgm:spPr/>
      <dgm:t>
        <a:bodyPr/>
        <a:lstStyle/>
        <a:p>
          <a:endParaRPr lang="en-US"/>
        </a:p>
      </dgm:t>
    </dgm:pt>
    <dgm:pt modelId="{59545200-EDB2-4FD0-B21E-D12E755341A0}">
      <dgm:prSet/>
      <dgm:spPr/>
      <dgm:t>
        <a:bodyPr/>
        <a:lstStyle/>
        <a:p>
          <a:r>
            <a:rPr lang="en-US" b="1"/>
            <a:t>year</a:t>
          </a:r>
          <a:r>
            <a:rPr lang="en-US" b="1" i="0"/>
            <a:t>_added:</a:t>
          </a:r>
          <a:r>
            <a:rPr lang="en-US" b="0" i="0"/>
            <a:t> Gives information about the year when Movie or TV Show was added on Netflix</a:t>
          </a:r>
          <a:endParaRPr lang="en-US"/>
        </a:p>
      </dgm:t>
    </dgm:pt>
    <dgm:pt modelId="{85530D26-045A-4CA0-97CA-463FC6C74DC5}" type="parTrans" cxnId="{C2BCF009-782B-45C2-9841-45360D4B2A36}">
      <dgm:prSet/>
      <dgm:spPr/>
      <dgm:t>
        <a:bodyPr/>
        <a:lstStyle/>
        <a:p>
          <a:endParaRPr lang="en-US"/>
        </a:p>
      </dgm:t>
    </dgm:pt>
    <dgm:pt modelId="{6BE399C9-BCE2-4530-9539-801CFB1103E4}" type="sibTrans" cxnId="{C2BCF009-782B-45C2-9841-45360D4B2A36}">
      <dgm:prSet/>
      <dgm:spPr/>
      <dgm:t>
        <a:bodyPr/>
        <a:lstStyle/>
        <a:p>
          <a:endParaRPr lang="en-US"/>
        </a:p>
      </dgm:t>
    </dgm:pt>
    <dgm:pt modelId="{74A91A52-53CD-4C6D-B641-92FE240FA67F}">
      <dgm:prSet/>
      <dgm:spPr/>
      <dgm:t>
        <a:bodyPr/>
        <a:lstStyle/>
        <a:p>
          <a:r>
            <a:rPr lang="en-US" b="1"/>
            <a:t>month</a:t>
          </a:r>
          <a:r>
            <a:rPr lang="en-US" b="1" i="0"/>
            <a:t>_added:</a:t>
          </a:r>
          <a:r>
            <a:rPr lang="en-US" b="0" i="0"/>
            <a:t> Gives information about the month when Movie or TV Show was added on Netflix</a:t>
          </a:r>
          <a:endParaRPr lang="en-US"/>
        </a:p>
      </dgm:t>
    </dgm:pt>
    <dgm:pt modelId="{D0105F41-64CD-4BC0-BBD2-8F4ED8A92426}" type="parTrans" cxnId="{FC17A8A7-B267-43AF-BA46-786DEBCE981A}">
      <dgm:prSet/>
      <dgm:spPr/>
      <dgm:t>
        <a:bodyPr/>
        <a:lstStyle/>
        <a:p>
          <a:endParaRPr lang="en-US"/>
        </a:p>
      </dgm:t>
    </dgm:pt>
    <dgm:pt modelId="{8A27E52D-FD74-49DF-9214-BB6B04764EFE}" type="sibTrans" cxnId="{FC17A8A7-B267-43AF-BA46-786DEBCE981A}">
      <dgm:prSet/>
      <dgm:spPr/>
      <dgm:t>
        <a:bodyPr/>
        <a:lstStyle/>
        <a:p>
          <a:endParaRPr lang="en-US"/>
        </a:p>
      </dgm:t>
    </dgm:pt>
    <dgm:pt modelId="{7A194F31-441A-4CBD-827A-EE7D3C0007E5}" type="pres">
      <dgm:prSet presAssocID="{2AB2CB96-2B97-4912-B173-A37F24428D49}" presName="outerComposite" presStyleCnt="0">
        <dgm:presLayoutVars>
          <dgm:chMax val="5"/>
          <dgm:dir/>
          <dgm:resizeHandles val="exact"/>
        </dgm:presLayoutVars>
      </dgm:prSet>
      <dgm:spPr/>
    </dgm:pt>
    <dgm:pt modelId="{F01CCAE1-92A0-479B-8240-0F2BAA95F9BF}" type="pres">
      <dgm:prSet presAssocID="{2AB2CB96-2B97-4912-B173-A37F24428D49}" presName="dummyMaxCanvas" presStyleCnt="0">
        <dgm:presLayoutVars/>
      </dgm:prSet>
      <dgm:spPr/>
    </dgm:pt>
    <dgm:pt modelId="{731195A3-256F-43C7-B233-0F7865DF81FD}" type="pres">
      <dgm:prSet presAssocID="{2AB2CB96-2B97-4912-B173-A37F24428D49}" presName="ThreeNodes_1" presStyleLbl="node1" presStyleIdx="0" presStyleCnt="3">
        <dgm:presLayoutVars>
          <dgm:bulletEnabled val="1"/>
        </dgm:presLayoutVars>
      </dgm:prSet>
      <dgm:spPr/>
    </dgm:pt>
    <dgm:pt modelId="{7BB75F06-CE9F-44B8-9270-7D347CBE32E3}" type="pres">
      <dgm:prSet presAssocID="{2AB2CB96-2B97-4912-B173-A37F24428D49}" presName="ThreeNodes_2" presStyleLbl="node1" presStyleIdx="1" presStyleCnt="3">
        <dgm:presLayoutVars>
          <dgm:bulletEnabled val="1"/>
        </dgm:presLayoutVars>
      </dgm:prSet>
      <dgm:spPr/>
    </dgm:pt>
    <dgm:pt modelId="{F34D9B49-71EA-4EFE-A1F8-8BFB49EAF033}" type="pres">
      <dgm:prSet presAssocID="{2AB2CB96-2B97-4912-B173-A37F24428D49}" presName="ThreeNodes_3" presStyleLbl="node1" presStyleIdx="2" presStyleCnt="3">
        <dgm:presLayoutVars>
          <dgm:bulletEnabled val="1"/>
        </dgm:presLayoutVars>
      </dgm:prSet>
      <dgm:spPr/>
    </dgm:pt>
    <dgm:pt modelId="{2D3DEA4C-20EC-400C-8ABC-95A9BD120695}" type="pres">
      <dgm:prSet presAssocID="{2AB2CB96-2B97-4912-B173-A37F24428D49}" presName="ThreeConn_1-2" presStyleLbl="fgAccFollowNode1" presStyleIdx="0" presStyleCnt="2">
        <dgm:presLayoutVars>
          <dgm:bulletEnabled val="1"/>
        </dgm:presLayoutVars>
      </dgm:prSet>
      <dgm:spPr/>
    </dgm:pt>
    <dgm:pt modelId="{EAD2EB7A-40C7-4542-891C-5F510DA908C6}" type="pres">
      <dgm:prSet presAssocID="{2AB2CB96-2B97-4912-B173-A37F24428D49}" presName="ThreeConn_2-3" presStyleLbl="fgAccFollowNode1" presStyleIdx="1" presStyleCnt="2">
        <dgm:presLayoutVars>
          <dgm:bulletEnabled val="1"/>
        </dgm:presLayoutVars>
      </dgm:prSet>
      <dgm:spPr/>
    </dgm:pt>
    <dgm:pt modelId="{F756CC04-A0FD-4746-93E2-CC18F610C7E1}" type="pres">
      <dgm:prSet presAssocID="{2AB2CB96-2B97-4912-B173-A37F24428D49}" presName="ThreeNodes_1_text" presStyleLbl="node1" presStyleIdx="2" presStyleCnt="3">
        <dgm:presLayoutVars>
          <dgm:bulletEnabled val="1"/>
        </dgm:presLayoutVars>
      </dgm:prSet>
      <dgm:spPr/>
    </dgm:pt>
    <dgm:pt modelId="{303E1061-466E-4507-A2F5-BF6885DA0C60}" type="pres">
      <dgm:prSet presAssocID="{2AB2CB96-2B97-4912-B173-A37F24428D49}" presName="ThreeNodes_2_text" presStyleLbl="node1" presStyleIdx="2" presStyleCnt="3">
        <dgm:presLayoutVars>
          <dgm:bulletEnabled val="1"/>
        </dgm:presLayoutVars>
      </dgm:prSet>
      <dgm:spPr/>
    </dgm:pt>
    <dgm:pt modelId="{3141F7D6-FCEB-4252-9D75-373A4365FE95}" type="pres">
      <dgm:prSet presAssocID="{2AB2CB96-2B97-4912-B173-A37F24428D49}" presName="ThreeNodes_3_text" presStyleLbl="node1" presStyleIdx="2" presStyleCnt="3">
        <dgm:presLayoutVars>
          <dgm:bulletEnabled val="1"/>
        </dgm:presLayoutVars>
      </dgm:prSet>
      <dgm:spPr/>
    </dgm:pt>
  </dgm:ptLst>
  <dgm:cxnLst>
    <dgm:cxn modelId="{37F34A06-797C-491D-A822-179041560D71}" type="presOf" srcId="{74A91A52-53CD-4C6D-B641-92FE240FA67F}" destId="{3141F7D6-FCEB-4252-9D75-373A4365FE95}" srcOrd="1" destOrd="0" presId="urn:microsoft.com/office/officeart/2005/8/layout/vProcess5"/>
    <dgm:cxn modelId="{C2BCF009-782B-45C2-9841-45360D4B2A36}" srcId="{2AB2CB96-2B97-4912-B173-A37F24428D49}" destId="{59545200-EDB2-4FD0-B21E-D12E755341A0}" srcOrd="1" destOrd="0" parTransId="{85530D26-045A-4CA0-97CA-463FC6C74DC5}" sibTransId="{6BE399C9-BCE2-4530-9539-801CFB1103E4}"/>
    <dgm:cxn modelId="{25067C10-7477-42FC-807D-9CB01C254659}" type="presOf" srcId="{6BE399C9-BCE2-4530-9539-801CFB1103E4}" destId="{EAD2EB7A-40C7-4542-891C-5F510DA908C6}" srcOrd="0" destOrd="0" presId="urn:microsoft.com/office/officeart/2005/8/layout/vProcess5"/>
    <dgm:cxn modelId="{EAFD1E1C-F17A-484D-95D0-D700E9A29012}" srcId="{2AB2CB96-2B97-4912-B173-A37F24428D49}" destId="{E7A53AED-8480-4CA1-9B92-D6DD9A58162A}" srcOrd="0" destOrd="0" parTransId="{DB2D50EE-05A7-46DE-A72E-B4FE826ABEF5}" sibTransId="{8CB217FE-AB15-479F-B9B8-A4B6E7427046}"/>
    <dgm:cxn modelId="{375FE848-69DF-4E5A-B19B-E228CAA7639C}" type="presOf" srcId="{E7A53AED-8480-4CA1-9B92-D6DD9A58162A}" destId="{F756CC04-A0FD-4746-93E2-CC18F610C7E1}" srcOrd="1" destOrd="0" presId="urn:microsoft.com/office/officeart/2005/8/layout/vProcess5"/>
    <dgm:cxn modelId="{B92CCB4D-AF77-4708-98FD-80B95FE0DF4D}" type="presOf" srcId="{74A91A52-53CD-4C6D-B641-92FE240FA67F}" destId="{F34D9B49-71EA-4EFE-A1F8-8BFB49EAF033}" srcOrd="0" destOrd="0" presId="urn:microsoft.com/office/officeart/2005/8/layout/vProcess5"/>
    <dgm:cxn modelId="{E7023271-9D96-4716-97A7-42CEC524E36D}" type="presOf" srcId="{59545200-EDB2-4FD0-B21E-D12E755341A0}" destId="{303E1061-466E-4507-A2F5-BF6885DA0C60}" srcOrd="1" destOrd="0" presId="urn:microsoft.com/office/officeart/2005/8/layout/vProcess5"/>
    <dgm:cxn modelId="{CB469F76-C09C-4CC3-A91F-FA77654FB78E}" type="presOf" srcId="{59545200-EDB2-4FD0-B21E-D12E755341A0}" destId="{7BB75F06-CE9F-44B8-9270-7D347CBE32E3}" srcOrd="0" destOrd="0" presId="urn:microsoft.com/office/officeart/2005/8/layout/vProcess5"/>
    <dgm:cxn modelId="{AAE84D87-4333-4376-8565-4D44A66F58E0}" type="presOf" srcId="{8CB217FE-AB15-479F-B9B8-A4B6E7427046}" destId="{2D3DEA4C-20EC-400C-8ABC-95A9BD120695}" srcOrd="0" destOrd="0" presId="urn:microsoft.com/office/officeart/2005/8/layout/vProcess5"/>
    <dgm:cxn modelId="{2533378D-0532-460F-8C17-0379E7C4B21E}" type="presOf" srcId="{E7A53AED-8480-4CA1-9B92-D6DD9A58162A}" destId="{731195A3-256F-43C7-B233-0F7865DF81FD}" srcOrd="0" destOrd="0" presId="urn:microsoft.com/office/officeart/2005/8/layout/vProcess5"/>
    <dgm:cxn modelId="{F1155992-561D-4DC4-A965-18073522A7FD}" type="presOf" srcId="{2AB2CB96-2B97-4912-B173-A37F24428D49}" destId="{7A194F31-441A-4CBD-827A-EE7D3C0007E5}" srcOrd="0" destOrd="0" presId="urn:microsoft.com/office/officeart/2005/8/layout/vProcess5"/>
    <dgm:cxn modelId="{FC17A8A7-B267-43AF-BA46-786DEBCE981A}" srcId="{2AB2CB96-2B97-4912-B173-A37F24428D49}" destId="{74A91A52-53CD-4C6D-B641-92FE240FA67F}" srcOrd="2" destOrd="0" parTransId="{D0105F41-64CD-4BC0-BBD2-8F4ED8A92426}" sibTransId="{8A27E52D-FD74-49DF-9214-BB6B04764EFE}"/>
    <dgm:cxn modelId="{F3D1294F-83F5-4178-93FF-FF22A75977AF}" type="presParOf" srcId="{7A194F31-441A-4CBD-827A-EE7D3C0007E5}" destId="{F01CCAE1-92A0-479B-8240-0F2BAA95F9BF}" srcOrd="0" destOrd="0" presId="urn:microsoft.com/office/officeart/2005/8/layout/vProcess5"/>
    <dgm:cxn modelId="{64FD9389-1CDE-445F-8B55-F2F367D9310A}" type="presParOf" srcId="{7A194F31-441A-4CBD-827A-EE7D3C0007E5}" destId="{731195A3-256F-43C7-B233-0F7865DF81FD}" srcOrd="1" destOrd="0" presId="urn:microsoft.com/office/officeart/2005/8/layout/vProcess5"/>
    <dgm:cxn modelId="{98203395-BA6D-4838-827A-5EBEDE1C5D42}" type="presParOf" srcId="{7A194F31-441A-4CBD-827A-EE7D3C0007E5}" destId="{7BB75F06-CE9F-44B8-9270-7D347CBE32E3}" srcOrd="2" destOrd="0" presId="urn:microsoft.com/office/officeart/2005/8/layout/vProcess5"/>
    <dgm:cxn modelId="{2442DCE6-CB07-48CE-8937-CCEF87C56982}" type="presParOf" srcId="{7A194F31-441A-4CBD-827A-EE7D3C0007E5}" destId="{F34D9B49-71EA-4EFE-A1F8-8BFB49EAF033}" srcOrd="3" destOrd="0" presId="urn:microsoft.com/office/officeart/2005/8/layout/vProcess5"/>
    <dgm:cxn modelId="{C3DFA51D-A256-4848-A8EA-4D9787CD6623}" type="presParOf" srcId="{7A194F31-441A-4CBD-827A-EE7D3C0007E5}" destId="{2D3DEA4C-20EC-400C-8ABC-95A9BD120695}" srcOrd="4" destOrd="0" presId="urn:microsoft.com/office/officeart/2005/8/layout/vProcess5"/>
    <dgm:cxn modelId="{86101950-05C8-454B-836C-92938012D66D}" type="presParOf" srcId="{7A194F31-441A-4CBD-827A-EE7D3C0007E5}" destId="{EAD2EB7A-40C7-4542-891C-5F510DA908C6}" srcOrd="5" destOrd="0" presId="urn:microsoft.com/office/officeart/2005/8/layout/vProcess5"/>
    <dgm:cxn modelId="{09DEB386-7746-4BF3-A038-1B9C1B55777C}" type="presParOf" srcId="{7A194F31-441A-4CBD-827A-EE7D3C0007E5}" destId="{F756CC04-A0FD-4746-93E2-CC18F610C7E1}" srcOrd="6" destOrd="0" presId="urn:microsoft.com/office/officeart/2005/8/layout/vProcess5"/>
    <dgm:cxn modelId="{2866A7AC-BFB3-4DBE-9561-59DEB07D6405}" type="presParOf" srcId="{7A194F31-441A-4CBD-827A-EE7D3C0007E5}" destId="{303E1061-466E-4507-A2F5-BF6885DA0C60}" srcOrd="7" destOrd="0" presId="urn:microsoft.com/office/officeart/2005/8/layout/vProcess5"/>
    <dgm:cxn modelId="{3C6FB1D1-2A10-4216-9410-75572A3B302A}" type="presParOf" srcId="{7A194F31-441A-4CBD-827A-EE7D3C0007E5}" destId="{3141F7D6-FCEB-4252-9D75-373A4365FE95}"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8A91C-33F5-4AC0-8B9C-319A5F555DA4}">
      <dsp:nvSpPr>
        <dsp:cNvPr id="0" name=""/>
        <dsp:cNvSpPr/>
      </dsp:nvSpPr>
      <dsp:spPr>
        <a:xfrm>
          <a:off x="34365" y="641899"/>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8B784B-727F-4DDE-BE45-FDEBD5599989}">
      <dsp:nvSpPr>
        <dsp:cNvPr id="0" name=""/>
        <dsp:cNvSpPr/>
      </dsp:nvSpPr>
      <dsp:spPr>
        <a:xfrm>
          <a:off x="221597" y="829131"/>
          <a:ext cx="517117" cy="517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F41836-1A7A-41A6-8C3C-933719AF4CF3}">
      <dsp:nvSpPr>
        <dsp:cNvPr id="0" name=""/>
        <dsp:cNvSpPr/>
      </dsp:nvSpPr>
      <dsp:spPr>
        <a:xfrm>
          <a:off x="1117000" y="641899"/>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i="0" kern="1200"/>
            <a:t>Description of Dataset</a:t>
          </a:r>
          <a:endParaRPr lang="en-US" sz="2400" kern="1200"/>
        </a:p>
      </dsp:txBody>
      <dsp:txXfrm>
        <a:off x="1117000" y="641899"/>
        <a:ext cx="2101585" cy="891581"/>
      </dsp:txXfrm>
    </dsp:sp>
    <dsp:sp modelId="{CC2C212B-7F5B-44CD-8AF0-A4345040410B}">
      <dsp:nvSpPr>
        <dsp:cNvPr id="0" name=""/>
        <dsp:cNvSpPr/>
      </dsp:nvSpPr>
      <dsp:spPr>
        <a:xfrm>
          <a:off x="3584770" y="641899"/>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B6DA19-7484-4D8B-B754-784D798D07AD}">
      <dsp:nvSpPr>
        <dsp:cNvPr id="0" name=""/>
        <dsp:cNvSpPr/>
      </dsp:nvSpPr>
      <dsp:spPr>
        <a:xfrm>
          <a:off x="3772003" y="829131"/>
          <a:ext cx="517117" cy="517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722E15-8EA3-4FC5-AE60-DD2AC2FAAD2A}">
      <dsp:nvSpPr>
        <dsp:cNvPr id="0" name=""/>
        <dsp:cNvSpPr/>
      </dsp:nvSpPr>
      <dsp:spPr>
        <a:xfrm>
          <a:off x="4667405" y="641899"/>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Business questions</a:t>
          </a:r>
        </a:p>
      </dsp:txBody>
      <dsp:txXfrm>
        <a:off x="4667405" y="641899"/>
        <a:ext cx="2101585" cy="891581"/>
      </dsp:txXfrm>
    </dsp:sp>
    <dsp:sp modelId="{73FABAE8-B752-409D-93C3-4DAEB9D9ECBB}">
      <dsp:nvSpPr>
        <dsp:cNvPr id="0" name=""/>
        <dsp:cNvSpPr/>
      </dsp:nvSpPr>
      <dsp:spPr>
        <a:xfrm>
          <a:off x="7135176" y="641899"/>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823A39-8AF7-4032-BE03-ED503775631C}">
      <dsp:nvSpPr>
        <dsp:cNvPr id="0" name=""/>
        <dsp:cNvSpPr/>
      </dsp:nvSpPr>
      <dsp:spPr>
        <a:xfrm>
          <a:off x="7322408" y="829131"/>
          <a:ext cx="517117" cy="5171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DDE2B6-98D3-43EF-AF56-165BCF16EC55}">
      <dsp:nvSpPr>
        <dsp:cNvPr id="0" name=""/>
        <dsp:cNvSpPr/>
      </dsp:nvSpPr>
      <dsp:spPr>
        <a:xfrm>
          <a:off x="8217811" y="641899"/>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i="0" kern="1200"/>
            <a:t>Data Exploration</a:t>
          </a:r>
          <a:endParaRPr lang="en-US" sz="2400" kern="1200"/>
        </a:p>
      </dsp:txBody>
      <dsp:txXfrm>
        <a:off x="8217811" y="641899"/>
        <a:ext cx="2101585" cy="891581"/>
      </dsp:txXfrm>
    </dsp:sp>
    <dsp:sp modelId="{40799A2D-9E95-417C-B05E-37706C0470A6}">
      <dsp:nvSpPr>
        <dsp:cNvPr id="0" name=""/>
        <dsp:cNvSpPr/>
      </dsp:nvSpPr>
      <dsp:spPr>
        <a:xfrm>
          <a:off x="34365" y="2161654"/>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E3F778-4B9F-42D2-9102-4E9A7328BD06}">
      <dsp:nvSpPr>
        <dsp:cNvPr id="0" name=""/>
        <dsp:cNvSpPr/>
      </dsp:nvSpPr>
      <dsp:spPr>
        <a:xfrm>
          <a:off x="221597" y="2348886"/>
          <a:ext cx="517117" cy="5171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99AE49-E491-4335-A340-0A97C815CFE5}">
      <dsp:nvSpPr>
        <dsp:cNvPr id="0" name=""/>
        <dsp:cNvSpPr/>
      </dsp:nvSpPr>
      <dsp:spPr>
        <a:xfrm>
          <a:off x="1117000" y="2161654"/>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i="0" kern="1200"/>
            <a:t>Data Cleaning</a:t>
          </a:r>
          <a:endParaRPr lang="en-US" sz="2400" kern="1200"/>
        </a:p>
      </dsp:txBody>
      <dsp:txXfrm>
        <a:off x="1117000" y="2161654"/>
        <a:ext cx="2101585" cy="891581"/>
      </dsp:txXfrm>
    </dsp:sp>
    <dsp:sp modelId="{F15726F0-F430-408C-AF4D-316AE4DFBCC2}">
      <dsp:nvSpPr>
        <dsp:cNvPr id="0" name=""/>
        <dsp:cNvSpPr/>
      </dsp:nvSpPr>
      <dsp:spPr>
        <a:xfrm>
          <a:off x="3584770" y="2161654"/>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7AD61E-5F10-4D13-A94F-31167104562B}">
      <dsp:nvSpPr>
        <dsp:cNvPr id="0" name=""/>
        <dsp:cNvSpPr/>
      </dsp:nvSpPr>
      <dsp:spPr>
        <a:xfrm>
          <a:off x="3772003" y="2348886"/>
          <a:ext cx="517117" cy="51711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AE5DD9-60AB-4A4D-9932-A879512DF0E0}">
      <dsp:nvSpPr>
        <dsp:cNvPr id="0" name=""/>
        <dsp:cNvSpPr/>
      </dsp:nvSpPr>
      <dsp:spPr>
        <a:xfrm>
          <a:off x="4667405" y="2161654"/>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i="0" kern="1200"/>
            <a:t>Data visualization</a:t>
          </a:r>
          <a:endParaRPr lang="en-US" sz="2400" kern="1200"/>
        </a:p>
      </dsp:txBody>
      <dsp:txXfrm>
        <a:off x="4667405" y="2161654"/>
        <a:ext cx="2101585" cy="891581"/>
      </dsp:txXfrm>
    </dsp:sp>
    <dsp:sp modelId="{6FC1D083-FB29-4C5C-BE33-D1C7E1E46002}">
      <dsp:nvSpPr>
        <dsp:cNvPr id="0" name=""/>
        <dsp:cNvSpPr/>
      </dsp:nvSpPr>
      <dsp:spPr>
        <a:xfrm>
          <a:off x="7135176" y="2161654"/>
          <a:ext cx="891581" cy="8915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933B8B-968F-4363-AE49-81EDFDFB1178}">
      <dsp:nvSpPr>
        <dsp:cNvPr id="0" name=""/>
        <dsp:cNvSpPr/>
      </dsp:nvSpPr>
      <dsp:spPr>
        <a:xfrm>
          <a:off x="7322408" y="2348886"/>
          <a:ext cx="517117" cy="51711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856C93-9D63-41E6-80E2-D4E99CE23078}">
      <dsp:nvSpPr>
        <dsp:cNvPr id="0" name=""/>
        <dsp:cNvSpPr/>
      </dsp:nvSpPr>
      <dsp:spPr>
        <a:xfrm>
          <a:off x="8217811" y="2161654"/>
          <a:ext cx="2101585" cy="891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i="0" kern="1200"/>
            <a:t>Conclusions</a:t>
          </a:r>
          <a:endParaRPr lang="en-US" sz="2400" kern="1200"/>
        </a:p>
      </dsp:txBody>
      <dsp:txXfrm>
        <a:off x="8217811" y="2161654"/>
        <a:ext cx="2101585" cy="8915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1BD5F-2CAD-4883-B542-BF0372EDF18A}">
      <dsp:nvSpPr>
        <dsp:cNvPr id="0" name=""/>
        <dsp:cNvSpPr/>
      </dsp:nvSpPr>
      <dsp:spPr>
        <a:xfrm>
          <a:off x="0" y="2906"/>
          <a:ext cx="6637655" cy="16291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3615BD-A638-4A95-88B0-82AD8721AA4C}">
      <dsp:nvSpPr>
        <dsp:cNvPr id="0" name=""/>
        <dsp:cNvSpPr/>
      </dsp:nvSpPr>
      <dsp:spPr>
        <a:xfrm>
          <a:off x="492825" y="369470"/>
          <a:ext cx="896921" cy="8960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8F75E0-B035-486E-B66E-049DBCBFDD10}">
      <dsp:nvSpPr>
        <dsp:cNvPr id="0" name=""/>
        <dsp:cNvSpPr/>
      </dsp:nvSpPr>
      <dsp:spPr>
        <a:xfrm>
          <a:off x="1882571" y="2906"/>
          <a:ext cx="4581070" cy="163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589" tIns="172589" rIns="172589" bIns="172589" numCol="1" spcCol="1270" anchor="ctr" anchorCtr="0">
          <a:noAutofit/>
        </a:bodyPr>
        <a:lstStyle/>
        <a:p>
          <a:pPr marL="0" lvl="0" indent="0" algn="l" defTabSz="622300">
            <a:lnSpc>
              <a:spcPct val="90000"/>
            </a:lnSpc>
            <a:spcBef>
              <a:spcPct val="0"/>
            </a:spcBef>
            <a:spcAft>
              <a:spcPct val="35000"/>
            </a:spcAft>
            <a:buNone/>
          </a:pPr>
          <a:r>
            <a:rPr lang="en-US" sz="1400" b="0" i="0" kern="1200" dirty="0"/>
            <a:t>This dataset consists of TV shows and movies available on Netflix as of 2019. The dataset is collected from </a:t>
          </a:r>
          <a:r>
            <a:rPr lang="en-US" sz="1400" b="0" i="0" kern="1200" dirty="0" err="1"/>
            <a:t>Flixable</a:t>
          </a:r>
          <a:r>
            <a:rPr lang="en-US" sz="1400" b="0" i="0" kern="1200" dirty="0"/>
            <a:t>, which is a third-party Netflix search engine.</a:t>
          </a:r>
          <a:endParaRPr lang="en-US" sz="1400" kern="1200" dirty="0"/>
        </a:p>
      </dsp:txBody>
      <dsp:txXfrm>
        <a:off x="1882571" y="2906"/>
        <a:ext cx="4581070" cy="1630766"/>
      </dsp:txXfrm>
    </dsp:sp>
    <dsp:sp modelId="{887B8426-4276-40BF-B454-789A3319BCDD}">
      <dsp:nvSpPr>
        <dsp:cNvPr id="0" name=""/>
        <dsp:cNvSpPr/>
      </dsp:nvSpPr>
      <dsp:spPr>
        <a:xfrm>
          <a:off x="0" y="1986271"/>
          <a:ext cx="6637655" cy="16291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69F430-8419-463F-8830-D92ECFC9560A}">
      <dsp:nvSpPr>
        <dsp:cNvPr id="0" name=""/>
        <dsp:cNvSpPr/>
      </dsp:nvSpPr>
      <dsp:spPr>
        <a:xfrm>
          <a:off x="492825" y="2352835"/>
          <a:ext cx="896921" cy="8960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418B44-9FB5-4516-9AC7-5C57F6150A3E}">
      <dsp:nvSpPr>
        <dsp:cNvPr id="0" name=""/>
        <dsp:cNvSpPr/>
      </dsp:nvSpPr>
      <dsp:spPr>
        <a:xfrm>
          <a:off x="1882571" y="1986271"/>
          <a:ext cx="4581070" cy="163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589" tIns="172589" rIns="172589" bIns="172589" numCol="1" spcCol="1270" anchor="ctr" anchorCtr="0">
          <a:noAutofit/>
        </a:bodyPr>
        <a:lstStyle/>
        <a:p>
          <a:pPr marL="0" lvl="0" indent="0" algn="l" defTabSz="622300">
            <a:lnSpc>
              <a:spcPct val="90000"/>
            </a:lnSpc>
            <a:spcBef>
              <a:spcPct val="0"/>
            </a:spcBef>
            <a:spcAft>
              <a:spcPct val="35000"/>
            </a:spcAft>
            <a:buNone/>
          </a:pPr>
          <a:r>
            <a:rPr lang="en-US" sz="1400" b="0" i="0" kern="1200"/>
            <a:t>In 2018, they released an interesting </a:t>
          </a:r>
          <a:r>
            <a:rPr lang="en-US" sz="1400" b="0" i="0" kern="1200">
              <a:hlinkClick xmlns:r="http://schemas.openxmlformats.org/officeDocument/2006/relationships" r:id="rId5"/>
            </a:rPr>
            <a:t>report</a:t>
          </a:r>
          <a:r>
            <a:rPr lang="en-US" sz="1400" b="0" i="0" kern="1200"/>
            <a:t> that shows that the number of TV shows on Netflix has nearly tripled since 2010. The streaming service’s number of movies has decreased by more than 2,000 titles since 2010, while its number of TV shows has nearly tripled. It will be interesting to explore what all other insights can be obtained from the same dataset.</a:t>
          </a:r>
          <a:endParaRPr lang="en-US" sz="1400" kern="1200"/>
        </a:p>
      </dsp:txBody>
      <dsp:txXfrm>
        <a:off x="1882571" y="1986271"/>
        <a:ext cx="4581070" cy="1630766"/>
      </dsp:txXfrm>
    </dsp:sp>
    <dsp:sp modelId="{19E89A38-6B8F-4B42-B2B4-52A1A40915F8}">
      <dsp:nvSpPr>
        <dsp:cNvPr id="0" name=""/>
        <dsp:cNvSpPr/>
      </dsp:nvSpPr>
      <dsp:spPr>
        <a:xfrm>
          <a:off x="0" y="3969635"/>
          <a:ext cx="6637655" cy="16291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39599A-92D6-44FC-95B2-E12F2602ECB3}">
      <dsp:nvSpPr>
        <dsp:cNvPr id="0" name=""/>
        <dsp:cNvSpPr/>
      </dsp:nvSpPr>
      <dsp:spPr>
        <a:xfrm>
          <a:off x="492825" y="4336199"/>
          <a:ext cx="896921" cy="896045"/>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2F8BDA-5F93-4F7B-B71D-66528854AE38}">
      <dsp:nvSpPr>
        <dsp:cNvPr id="0" name=""/>
        <dsp:cNvSpPr/>
      </dsp:nvSpPr>
      <dsp:spPr>
        <a:xfrm>
          <a:off x="1882571" y="3969635"/>
          <a:ext cx="4581070" cy="163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589" tIns="172589" rIns="172589" bIns="172589" numCol="1" spcCol="1270" anchor="ctr" anchorCtr="0">
          <a:noAutofit/>
        </a:bodyPr>
        <a:lstStyle/>
        <a:p>
          <a:pPr marL="0" lvl="0" indent="0" algn="l" defTabSz="622300">
            <a:lnSpc>
              <a:spcPct val="90000"/>
            </a:lnSpc>
            <a:spcBef>
              <a:spcPct val="0"/>
            </a:spcBef>
            <a:spcAft>
              <a:spcPct val="35000"/>
            </a:spcAft>
            <a:buNone/>
          </a:pPr>
          <a:r>
            <a:rPr lang="en-US" sz="1400" b="0" i="0" kern="1200"/>
            <a:t>Integrating this dataset with other external datasets such as IMDB ratings, rotten tomatoes can also provide many exciting findings.</a:t>
          </a:r>
          <a:endParaRPr lang="en-US" sz="1400" kern="1200"/>
        </a:p>
      </dsp:txBody>
      <dsp:txXfrm>
        <a:off x="1882571" y="3969635"/>
        <a:ext cx="4581070" cy="16307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195A3-256F-43C7-B233-0F7865DF81FD}">
      <dsp:nvSpPr>
        <dsp:cNvPr id="0" name=""/>
        <dsp:cNvSpPr/>
      </dsp:nvSpPr>
      <dsp:spPr>
        <a:xfrm>
          <a:off x="0" y="0"/>
          <a:ext cx="8800623" cy="991746"/>
        </a:xfrm>
        <a:prstGeom prst="roundRect">
          <a:avLst>
            <a:gd name="adj" fmla="val 10000"/>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We have derived 2 </a:t>
          </a:r>
          <a:r>
            <a:rPr lang="en-US" sz="2400" kern="1200"/>
            <a:t>fields from date_added variable for analysis</a:t>
          </a:r>
        </a:p>
      </dsp:txBody>
      <dsp:txXfrm>
        <a:off x="29047" y="29047"/>
        <a:ext cx="7730452" cy="933652"/>
      </dsp:txXfrm>
    </dsp:sp>
    <dsp:sp modelId="{7BB75F06-CE9F-44B8-9270-7D347CBE32E3}">
      <dsp:nvSpPr>
        <dsp:cNvPr id="0" name=""/>
        <dsp:cNvSpPr/>
      </dsp:nvSpPr>
      <dsp:spPr>
        <a:xfrm>
          <a:off x="776525" y="1157037"/>
          <a:ext cx="8800623" cy="991746"/>
        </a:xfrm>
        <a:prstGeom prst="roundRect">
          <a:avLst>
            <a:gd name="adj" fmla="val 10000"/>
          </a:avLst>
        </a:prstGeom>
        <a:gradFill rotWithShape="0">
          <a:gsLst>
            <a:gs pos="0">
              <a:schemeClr val="accent3">
                <a:hueOff val="0"/>
                <a:satOff val="0"/>
                <a:lumOff val="0"/>
                <a:alphaOff val="0"/>
                <a:tint val="94000"/>
                <a:satMod val="100000"/>
                <a:lumMod val="104000"/>
              </a:schemeClr>
            </a:gs>
            <a:gs pos="69000">
              <a:schemeClr val="accent3">
                <a:hueOff val="0"/>
                <a:satOff val="0"/>
                <a:lumOff val="0"/>
                <a:alphaOff val="0"/>
                <a:shade val="86000"/>
                <a:satMod val="130000"/>
                <a:lumMod val="102000"/>
              </a:schemeClr>
            </a:gs>
            <a:gs pos="100000">
              <a:schemeClr val="accent3">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year</a:t>
          </a:r>
          <a:r>
            <a:rPr lang="en-US" sz="2400" b="1" i="0" kern="1200"/>
            <a:t>_added:</a:t>
          </a:r>
          <a:r>
            <a:rPr lang="en-US" sz="2400" b="0" i="0" kern="1200"/>
            <a:t> Gives information about the year when Movie or TV Show was added on Netflix</a:t>
          </a:r>
          <a:endParaRPr lang="en-US" sz="2400" kern="1200"/>
        </a:p>
      </dsp:txBody>
      <dsp:txXfrm>
        <a:off x="805572" y="1186084"/>
        <a:ext cx="7321369" cy="933652"/>
      </dsp:txXfrm>
    </dsp:sp>
    <dsp:sp modelId="{F34D9B49-71EA-4EFE-A1F8-8BFB49EAF033}">
      <dsp:nvSpPr>
        <dsp:cNvPr id="0" name=""/>
        <dsp:cNvSpPr/>
      </dsp:nvSpPr>
      <dsp:spPr>
        <a:xfrm>
          <a:off x="1553051" y="2314074"/>
          <a:ext cx="8800623" cy="991746"/>
        </a:xfrm>
        <a:prstGeom prst="roundRect">
          <a:avLst>
            <a:gd name="adj" fmla="val 10000"/>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month</a:t>
          </a:r>
          <a:r>
            <a:rPr lang="en-US" sz="2400" b="1" i="0" kern="1200"/>
            <a:t>_added:</a:t>
          </a:r>
          <a:r>
            <a:rPr lang="en-US" sz="2400" b="0" i="0" kern="1200"/>
            <a:t> Gives information about the month when Movie or TV Show was added on Netflix</a:t>
          </a:r>
          <a:endParaRPr lang="en-US" sz="2400" kern="1200"/>
        </a:p>
      </dsp:txBody>
      <dsp:txXfrm>
        <a:off x="1582098" y="2343121"/>
        <a:ext cx="7321369" cy="933652"/>
      </dsp:txXfrm>
    </dsp:sp>
    <dsp:sp modelId="{2D3DEA4C-20EC-400C-8ABC-95A9BD120695}">
      <dsp:nvSpPr>
        <dsp:cNvPr id="0" name=""/>
        <dsp:cNvSpPr/>
      </dsp:nvSpPr>
      <dsp:spPr>
        <a:xfrm>
          <a:off x="8155988" y="752074"/>
          <a:ext cx="644634" cy="64463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301031" y="752074"/>
        <a:ext cx="354548" cy="485087"/>
      </dsp:txXfrm>
    </dsp:sp>
    <dsp:sp modelId="{EAD2EB7A-40C7-4542-891C-5F510DA908C6}">
      <dsp:nvSpPr>
        <dsp:cNvPr id="0" name=""/>
        <dsp:cNvSpPr/>
      </dsp:nvSpPr>
      <dsp:spPr>
        <a:xfrm>
          <a:off x="8932514" y="1902499"/>
          <a:ext cx="644634" cy="644634"/>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9077557" y="1902499"/>
        <a:ext cx="354548" cy="48508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3/2/2024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749448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02184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3/2/2024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28341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28108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9761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58959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9486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9497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3/2/2024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8466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017127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958450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600979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3/2/2024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702451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FA2B21-3FCD-4721-B95C-427943F61125}" type="datetime1">
              <a:rPr lang="en-US" smtClean="0"/>
              <a:t>3/2/2024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450720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FA2B21-3FCD-4721-B95C-427943F61125}" type="datetime1">
              <a:rPr lang="en-US" smtClean="0"/>
              <a:t>3/2/2024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91774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3/2/2024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74652610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3/2/2024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12946655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6FA2B21-3FCD-4721-B95C-427943F61125}" type="datetime1">
              <a:rPr lang="en-US" smtClean="0"/>
              <a:t>3/2/2024</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50141634"/>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2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2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hemeOverride" Target="../theme/themeOverride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8.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9.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0.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2.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3.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4.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5.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6.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7.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8.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19.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0.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1.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3.xml"/><Relationship Id="rId4" Type="http://schemas.openxmlformats.org/officeDocument/2006/relationships/image" Target="../media/image40.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4.xml"/><Relationship Id="rId4"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48A8D-498A-8097-6ADA-A8809052B8DD}"/>
              </a:ext>
            </a:extLst>
          </p:cNvPr>
          <p:cNvSpPr>
            <a:spLocks noGrp="1"/>
          </p:cNvSpPr>
          <p:nvPr>
            <p:ph type="title"/>
          </p:nvPr>
        </p:nvSpPr>
        <p:spPr>
          <a:xfrm>
            <a:off x="4927472" y="609600"/>
            <a:ext cx="6340084" cy="2819400"/>
          </a:xfrm>
        </p:spPr>
        <p:txBody>
          <a:bodyPr>
            <a:normAutofit/>
          </a:bodyPr>
          <a:lstStyle/>
          <a:p>
            <a:r>
              <a:rPr lang="en-US" sz="4800" dirty="0"/>
              <a:t>EDA on </a:t>
            </a:r>
            <a:br>
              <a:rPr lang="en-US" sz="4800" dirty="0"/>
            </a:br>
            <a:r>
              <a:rPr lang="en-US" sz="4800" b="1" dirty="0">
                <a:solidFill>
                  <a:srgbClr val="FF0000"/>
                </a:solidFill>
                <a:highlight>
                  <a:srgbClr val="000000"/>
                </a:highlight>
              </a:rPr>
              <a:t>NETFLIX</a:t>
            </a:r>
            <a:r>
              <a:rPr lang="en-US" sz="4800" dirty="0"/>
              <a:t> dataset</a:t>
            </a:r>
          </a:p>
        </p:txBody>
      </p:sp>
      <p:pic>
        <p:nvPicPr>
          <p:cNvPr id="26" name="Picture 25" descr="Computer script on a screen">
            <a:extLst>
              <a:ext uri="{FF2B5EF4-FFF2-40B4-BE49-F238E27FC236}">
                <a16:creationId xmlns:a16="http://schemas.microsoft.com/office/drawing/2014/main" id="{ECB6D5D7-B5E5-9C04-A345-E41CE8818FC4}"/>
              </a:ext>
            </a:extLst>
          </p:cNvPr>
          <p:cNvPicPr>
            <a:picLocks noChangeAspect="1"/>
          </p:cNvPicPr>
          <p:nvPr/>
        </p:nvPicPr>
        <p:blipFill rotWithShape="1">
          <a:blip r:embed="rId3"/>
          <a:srcRect l="7552" r="47324" b="-1"/>
          <a:stretch/>
        </p:blipFill>
        <p:spPr>
          <a:xfrm>
            <a:off x="20" y="10"/>
            <a:ext cx="4635987" cy="6857990"/>
          </a:xfrm>
          <a:prstGeom prst="rect">
            <a:avLst/>
          </a:prstGeom>
        </p:spPr>
      </p:pic>
      <p:sp>
        <p:nvSpPr>
          <p:cNvPr id="3" name="Content Placeholder 2">
            <a:extLst>
              <a:ext uri="{FF2B5EF4-FFF2-40B4-BE49-F238E27FC236}">
                <a16:creationId xmlns:a16="http://schemas.microsoft.com/office/drawing/2014/main" id="{190E587D-3021-4786-8265-C13B7865C869}"/>
              </a:ext>
            </a:extLst>
          </p:cNvPr>
          <p:cNvSpPr>
            <a:spLocks noGrp="1"/>
          </p:cNvSpPr>
          <p:nvPr>
            <p:ph idx="1"/>
          </p:nvPr>
        </p:nvSpPr>
        <p:spPr>
          <a:xfrm>
            <a:off x="4927471" y="2096064"/>
            <a:ext cx="6340085" cy="3695136"/>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Project by : Tejashri Bhilare</a:t>
            </a:r>
          </a:p>
          <a:p>
            <a:endParaRPr lang="en-US" dirty="0"/>
          </a:p>
        </p:txBody>
      </p:sp>
      <p:cxnSp>
        <p:nvCxnSpPr>
          <p:cNvPr id="27" name="Straight Connector 26">
            <a:extLst>
              <a:ext uri="{FF2B5EF4-FFF2-40B4-BE49-F238E27FC236}">
                <a16:creationId xmlns:a16="http://schemas.microsoft.com/office/drawing/2014/main" id="{035B6751-4DEE-4DA5-96EC-EA28668BA5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3599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544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55306F-6A2F-BBDD-6A8E-4AD1FD5DA4FE}"/>
              </a:ext>
            </a:extLst>
          </p:cNvPr>
          <p:cNvSpPr>
            <a:spLocks noGrp="1"/>
          </p:cNvSpPr>
          <p:nvPr>
            <p:ph type="subTitle" idx="1"/>
          </p:nvPr>
        </p:nvSpPr>
        <p:spPr>
          <a:xfrm>
            <a:off x="1481221" y="1559878"/>
            <a:ext cx="8546699" cy="2605722"/>
          </a:xfrm>
        </p:spPr>
        <p:txBody>
          <a:bodyPr>
            <a:noAutofit/>
          </a:bodyPr>
          <a:lstStyle/>
          <a:p>
            <a:pPr marL="0" marR="0" algn="ctr">
              <a:lnSpc>
                <a:spcPct val="107000"/>
              </a:lnSpc>
              <a:spcBef>
                <a:spcPts val="0"/>
              </a:spcBef>
              <a:spcAft>
                <a:spcPts val="800"/>
              </a:spcAft>
            </a:pPr>
            <a:endParaRPr lang="en-US" sz="2800" kern="100" dirty="0">
              <a:effectLst/>
              <a:latin typeface="+mj-lt"/>
              <a:ea typeface="Calibri" panose="020F0502020204030204" pitchFamily="34" charset="0"/>
              <a:cs typeface="Aharoni" panose="020F0502020204030204" pitchFamily="2" charset="-79"/>
            </a:endParaRPr>
          </a:p>
          <a:p>
            <a:pPr marL="0" marR="0" algn="ctr">
              <a:lnSpc>
                <a:spcPct val="107000"/>
              </a:lnSpc>
              <a:spcBef>
                <a:spcPts val="0"/>
              </a:spcBef>
              <a:spcAft>
                <a:spcPts val="800"/>
              </a:spcAft>
            </a:pPr>
            <a:r>
              <a:rPr lang="en-US" sz="2800" kern="100" dirty="0">
                <a:effectLst/>
                <a:latin typeface="+mj-lt"/>
                <a:ea typeface="Calibri" panose="020F0502020204030204" pitchFamily="34" charset="0"/>
                <a:cs typeface="Aharoni" panose="020F0502020204030204" pitchFamily="2" charset="-79"/>
              </a:rPr>
              <a:t>Tejashri Bhilare</a:t>
            </a:r>
          </a:p>
          <a:p>
            <a:pPr marL="0" marR="0" algn="ctr">
              <a:lnSpc>
                <a:spcPct val="107000"/>
              </a:lnSpc>
              <a:spcBef>
                <a:spcPts val="0"/>
              </a:spcBef>
              <a:spcAft>
                <a:spcPts val="800"/>
              </a:spcAft>
            </a:pPr>
            <a:r>
              <a:rPr lang="en-US" sz="2800" kern="100" dirty="0">
                <a:effectLst/>
                <a:latin typeface="+mj-lt"/>
                <a:ea typeface="Calibri" panose="020F0502020204030204" pitchFamily="34" charset="0"/>
                <a:cs typeface="Aharoni" panose="020F0502020204030204" pitchFamily="2" charset="-79"/>
              </a:rPr>
              <a:t>MS  in Data Science, Bellevue University</a:t>
            </a:r>
          </a:p>
          <a:p>
            <a:pPr marL="0" marR="0" algn="ctr">
              <a:lnSpc>
                <a:spcPct val="107000"/>
              </a:lnSpc>
              <a:spcBef>
                <a:spcPts val="0"/>
              </a:spcBef>
              <a:spcAft>
                <a:spcPts val="800"/>
              </a:spcAft>
            </a:pPr>
            <a:r>
              <a:rPr lang="en-US" sz="2800" kern="100" dirty="0">
                <a:effectLst/>
                <a:latin typeface="+mj-lt"/>
                <a:ea typeface="Calibri" panose="020F0502020204030204" pitchFamily="34" charset="0"/>
                <a:cs typeface="Aharoni" panose="020F0502020204030204" pitchFamily="2" charset="-79"/>
              </a:rPr>
              <a:t>DSC530 – Data Exploration and Analysis</a:t>
            </a:r>
          </a:p>
        </p:txBody>
      </p:sp>
    </p:spTree>
    <p:extLst>
      <p:ext uri="{BB962C8B-B14F-4D97-AF65-F5344CB8AC3E}">
        <p14:creationId xmlns:p14="http://schemas.microsoft.com/office/powerpoint/2010/main" val="9113054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89BC-AA40-4B30-995F-CE1F55490373}"/>
              </a:ext>
            </a:extLst>
          </p:cNvPr>
          <p:cNvSpPr>
            <a:spLocks noGrp="1"/>
          </p:cNvSpPr>
          <p:nvPr>
            <p:ph type="title"/>
          </p:nvPr>
        </p:nvSpPr>
        <p:spPr/>
        <p:txBody>
          <a:bodyPr/>
          <a:lstStyle/>
          <a:p>
            <a:r>
              <a:rPr lang="en-US" dirty="0"/>
              <a:t>Agenda</a:t>
            </a:r>
          </a:p>
        </p:txBody>
      </p:sp>
      <p:graphicFrame>
        <p:nvGraphicFramePr>
          <p:cNvPr id="25" name="Content Placeholder 2">
            <a:extLst>
              <a:ext uri="{FF2B5EF4-FFF2-40B4-BE49-F238E27FC236}">
                <a16:creationId xmlns:a16="http://schemas.microsoft.com/office/drawing/2014/main" id="{92276DBC-F652-1297-1289-8F1BA79940D8}"/>
              </a:ext>
            </a:extLst>
          </p:cNvPr>
          <p:cNvGraphicFramePr>
            <a:graphicFrameLocks noGrp="1"/>
          </p:cNvGraphicFramePr>
          <p:nvPr>
            <p:ph idx="1"/>
          </p:nvPr>
        </p:nvGraphicFramePr>
        <p:xfrm>
          <a:off x="913795" y="2096064"/>
          <a:ext cx="10353762" cy="36951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1918481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0383-68B8-468A-8130-5BC4E0E0816D}"/>
              </a:ext>
            </a:extLst>
          </p:cNvPr>
          <p:cNvSpPr>
            <a:spLocks noGrp="1"/>
          </p:cNvSpPr>
          <p:nvPr>
            <p:ph type="title"/>
          </p:nvPr>
        </p:nvSpPr>
        <p:spPr>
          <a:xfrm>
            <a:off x="752475" y="609600"/>
            <a:ext cx="3118485" cy="5603310"/>
          </a:xfrm>
        </p:spPr>
        <p:txBody>
          <a:bodyPr>
            <a:normAutofit/>
          </a:bodyPr>
          <a:lstStyle/>
          <a:p>
            <a:r>
              <a:rPr lang="en-US" dirty="0"/>
              <a:t>Dataset</a:t>
            </a:r>
          </a:p>
        </p:txBody>
      </p:sp>
      <p:graphicFrame>
        <p:nvGraphicFramePr>
          <p:cNvPr id="25" name="Content Placeholder 2">
            <a:extLst>
              <a:ext uri="{FF2B5EF4-FFF2-40B4-BE49-F238E27FC236}">
                <a16:creationId xmlns:a16="http://schemas.microsoft.com/office/drawing/2014/main" id="{0FED73F9-C321-5B10-0C47-F5C7B6DC77F7}"/>
              </a:ext>
            </a:extLst>
          </p:cNvPr>
          <p:cNvGraphicFramePr>
            <a:graphicFrameLocks noGrp="1"/>
          </p:cNvGraphicFramePr>
          <p:nvPr>
            <p:ph idx="1"/>
            <p:extLst>
              <p:ext uri="{D42A27DB-BD31-4B8C-83A1-F6EECF244321}">
                <p14:modId xmlns:p14="http://schemas.microsoft.com/office/powerpoint/2010/main" val="1979544151"/>
              </p:ext>
            </p:extLst>
          </p:nvPr>
        </p:nvGraphicFramePr>
        <p:xfrm>
          <a:off x="5127624" y="609600"/>
          <a:ext cx="6637655" cy="56033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5774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88C55-2485-452D-969F-02CE423DC0B0}"/>
              </a:ext>
            </a:extLst>
          </p:cNvPr>
          <p:cNvSpPr>
            <a:spLocks noGrp="1"/>
          </p:cNvSpPr>
          <p:nvPr>
            <p:ph type="title"/>
          </p:nvPr>
        </p:nvSpPr>
        <p:spPr>
          <a:xfrm>
            <a:off x="4927472" y="609600"/>
            <a:ext cx="6340084" cy="1326321"/>
          </a:xfrm>
        </p:spPr>
        <p:txBody>
          <a:bodyPr>
            <a:normAutofit/>
          </a:bodyPr>
          <a:lstStyle/>
          <a:p>
            <a:r>
              <a:rPr lang="en-US" dirty="0"/>
              <a:t>Business Questions</a:t>
            </a:r>
          </a:p>
        </p:txBody>
      </p:sp>
      <p:pic>
        <p:nvPicPr>
          <p:cNvPr id="10" name="Picture 9" descr="Camera lens">
            <a:extLst>
              <a:ext uri="{FF2B5EF4-FFF2-40B4-BE49-F238E27FC236}">
                <a16:creationId xmlns:a16="http://schemas.microsoft.com/office/drawing/2014/main" id="{28597EE7-5AAB-A5DC-24C8-2A65956CDCAC}"/>
              </a:ext>
            </a:extLst>
          </p:cNvPr>
          <p:cNvPicPr>
            <a:picLocks noChangeAspect="1"/>
          </p:cNvPicPr>
          <p:nvPr/>
        </p:nvPicPr>
        <p:blipFill rotWithShape="1">
          <a:blip r:embed="rId4"/>
          <a:srcRect l="14883" r="39994" b="-1"/>
          <a:stretch/>
        </p:blipFill>
        <p:spPr>
          <a:xfrm>
            <a:off x="20" y="10"/>
            <a:ext cx="4635987" cy="6857990"/>
          </a:xfrm>
          <a:prstGeom prst="rect">
            <a:avLst/>
          </a:prstGeom>
        </p:spPr>
      </p:pic>
      <p:sp>
        <p:nvSpPr>
          <p:cNvPr id="11" name="Content Placeholder 2">
            <a:extLst>
              <a:ext uri="{FF2B5EF4-FFF2-40B4-BE49-F238E27FC236}">
                <a16:creationId xmlns:a16="http://schemas.microsoft.com/office/drawing/2014/main" id="{BDFCF0C8-006D-43ED-BCF7-E81F5B93D2FC}"/>
              </a:ext>
            </a:extLst>
          </p:cNvPr>
          <p:cNvSpPr>
            <a:spLocks noGrp="1"/>
          </p:cNvSpPr>
          <p:nvPr>
            <p:ph idx="1"/>
          </p:nvPr>
        </p:nvSpPr>
        <p:spPr>
          <a:xfrm>
            <a:off x="4927471" y="2096064"/>
            <a:ext cx="6340085" cy="3695136"/>
          </a:xfrm>
        </p:spPr>
        <p:txBody>
          <a:bodyPr>
            <a:normAutofit/>
          </a:bodyPr>
          <a:lstStyle/>
          <a:p>
            <a:pPr marL="0" indent="0" fontAlgn="base">
              <a:lnSpc>
                <a:spcPct val="110000"/>
              </a:lnSpc>
              <a:buNone/>
            </a:pPr>
            <a:r>
              <a:rPr lang="en-US" sz="1900" b="0" i="0">
                <a:effectLst/>
              </a:rPr>
              <a:t>Some of the interesting questions (tasks) which can be performed on this dataset -</a:t>
            </a:r>
          </a:p>
          <a:p>
            <a:pPr fontAlgn="base">
              <a:lnSpc>
                <a:spcPct val="110000"/>
              </a:lnSpc>
              <a:buFont typeface="+mj-lt"/>
              <a:buAutoNum type="arabicPeriod"/>
            </a:pPr>
            <a:r>
              <a:rPr lang="en-US" sz="1900" b="0" i="0">
                <a:effectLst/>
              </a:rPr>
              <a:t>Understanding what content is available in different countries</a:t>
            </a:r>
          </a:p>
          <a:p>
            <a:pPr fontAlgn="base">
              <a:lnSpc>
                <a:spcPct val="110000"/>
              </a:lnSpc>
              <a:buFont typeface="+mj-lt"/>
              <a:buAutoNum type="arabicPeriod"/>
            </a:pPr>
            <a:r>
              <a:rPr lang="en-US" sz="1900"/>
              <a:t>What are most popular genres on Netflix</a:t>
            </a:r>
            <a:endParaRPr lang="en-US" sz="1900" b="0" i="0">
              <a:effectLst/>
            </a:endParaRPr>
          </a:p>
          <a:p>
            <a:pPr fontAlgn="base">
              <a:lnSpc>
                <a:spcPct val="110000"/>
              </a:lnSpc>
              <a:buFont typeface="+mj-lt"/>
              <a:buAutoNum type="arabicPeriod"/>
            </a:pPr>
            <a:r>
              <a:rPr lang="en-US" sz="1900" b="0" i="0">
                <a:effectLst/>
              </a:rPr>
              <a:t>Is Netflix has increasingly focused on TV rather than movies in recent years.</a:t>
            </a:r>
          </a:p>
          <a:p>
            <a:pPr fontAlgn="base">
              <a:lnSpc>
                <a:spcPct val="110000"/>
              </a:lnSpc>
              <a:buFont typeface="+mj-lt"/>
              <a:buAutoNum type="arabicPeriod"/>
            </a:pPr>
            <a:r>
              <a:rPr lang="en-US" sz="1900"/>
              <a:t>What are the rating for Netflix contents</a:t>
            </a:r>
          </a:p>
          <a:p>
            <a:pPr fontAlgn="base">
              <a:lnSpc>
                <a:spcPct val="110000"/>
              </a:lnSpc>
              <a:buFont typeface="+mj-lt"/>
              <a:buAutoNum type="arabicPeriod"/>
            </a:pPr>
            <a:r>
              <a:rPr lang="en-US" sz="1900"/>
              <a:t>Which county have highest Netflix content listed</a:t>
            </a:r>
          </a:p>
          <a:p>
            <a:pPr fontAlgn="base">
              <a:lnSpc>
                <a:spcPct val="110000"/>
              </a:lnSpc>
              <a:buFont typeface="+mj-lt"/>
              <a:buAutoNum type="arabicPeriod"/>
            </a:pPr>
            <a:endParaRPr lang="en-US" sz="1900" b="0" i="0">
              <a:effectLst/>
            </a:endParaRPr>
          </a:p>
          <a:p>
            <a:pPr fontAlgn="base">
              <a:lnSpc>
                <a:spcPct val="110000"/>
              </a:lnSpc>
              <a:buFont typeface="+mj-lt"/>
              <a:buAutoNum type="arabicPeriod"/>
            </a:pPr>
            <a:endParaRPr lang="en-US" sz="1900" b="0" i="0">
              <a:effectLst/>
            </a:endParaRPr>
          </a:p>
          <a:p>
            <a:pPr>
              <a:lnSpc>
                <a:spcPct val="110000"/>
              </a:lnSpc>
            </a:pPr>
            <a:endParaRPr lang="en-US" sz="1900"/>
          </a:p>
        </p:txBody>
      </p:sp>
      <p:cxnSp>
        <p:nvCxnSpPr>
          <p:cNvPr id="9" name="Straight Connector 8">
            <a:extLst>
              <a:ext uri="{FF2B5EF4-FFF2-40B4-BE49-F238E27FC236}">
                <a16:creationId xmlns:a16="http://schemas.microsoft.com/office/drawing/2014/main" id="{035B6751-4DEE-4DA5-96EC-EA28668BA5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3599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568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33" name="Picture 32" descr="Theater chairs arranged based on their colours">
            <a:extLst>
              <a:ext uri="{FF2B5EF4-FFF2-40B4-BE49-F238E27FC236}">
                <a16:creationId xmlns:a16="http://schemas.microsoft.com/office/drawing/2014/main" id="{438C13AB-72C6-156D-8C97-D8CB53D7FAC5}"/>
              </a:ext>
            </a:extLst>
          </p:cNvPr>
          <p:cNvPicPr>
            <a:picLocks noChangeAspect="1"/>
          </p:cNvPicPr>
          <p:nvPr/>
        </p:nvPicPr>
        <p:blipFill rotWithShape="1">
          <a:blip r:embed="rId4">
            <a:alphaModFix amt="20000"/>
            <a:grayscl/>
          </a:blip>
          <a:srcRect b="15755"/>
          <a:stretch/>
        </p:blipFill>
        <p:spPr>
          <a:xfrm>
            <a:off x="20" y="2030"/>
            <a:ext cx="12191980" cy="6855970"/>
          </a:xfrm>
          <a:prstGeom prst="rect">
            <a:avLst/>
          </a:prstGeom>
        </p:spPr>
      </p:pic>
      <p:sp>
        <p:nvSpPr>
          <p:cNvPr id="2" name="Title 1">
            <a:extLst>
              <a:ext uri="{FF2B5EF4-FFF2-40B4-BE49-F238E27FC236}">
                <a16:creationId xmlns:a16="http://schemas.microsoft.com/office/drawing/2014/main" id="{947264EA-167E-4147-9554-159BAF31325D}"/>
              </a:ext>
            </a:extLst>
          </p:cNvPr>
          <p:cNvSpPr>
            <a:spLocks noGrp="1"/>
          </p:cNvSpPr>
          <p:nvPr>
            <p:ph type="title"/>
          </p:nvPr>
        </p:nvSpPr>
        <p:spPr/>
        <p:txBody>
          <a:bodyPr>
            <a:normAutofit/>
          </a:bodyPr>
          <a:lstStyle/>
          <a:p>
            <a:r>
              <a:rPr lang="en-US" i="0">
                <a:effectLst/>
              </a:rPr>
              <a:t>Description of Netflix Dataset</a:t>
            </a:r>
            <a:br>
              <a:rPr lang="en-US" b="0" i="0">
                <a:effectLst/>
                <a:latin typeface="Lato" panose="020F0502020204030203" pitchFamily="34" charset="0"/>
              </a:rPr>
            </a:br>
            <a:endParaRPr lang="en-US"/>
          </a:p>
        </p:txBody>
      </p:sp>
      <p:sp>
        <p:nvSpPr>
          <p:cNvPr id="35" name="Content Placeholder 2">
            <a:extLst>
              <a:ext uri="{FF2B5EF4-FFF2-40B4-BE49-F238E27FC236}">
                <a16:creationId xmlns:a16="http://schemas.microsoft.com/office/drawing/2014/main" id="{472DFC71-8BFB-4BB5-BEDE-B6258E8C17CD}"/>
              </a:ext>
            </a:extLst>
          </p:cNvPr>
          <p:cNvSpPr>
            <a:spLocks noGrp="1"/>
          </p:cNvSpPr>
          <p:nvPr>
            <p:ph idx="1"/>
          </p:nvPr>
        </p:nvSpPr>
        <p:spPr/>
        <p:txBody>
          <a:bodyPr>
            <a:normAutofit/>
          </a:bodyPr>
          <a:lstStyle/>
          <a:p>
            <a:pPr marL="0" indent="0">
              <a:buNone/>
            </a:pPr>
            <a:r>
              <a:rPr lang="en-US" sz="1900" b="0" i="0" dirty="0">
                <a:effectLst/>
              </a:rPr>
              <a:t>This dataset contains data collected from Netflix of different TV shows and movies from the year 2008 to 2021.</a:t>
            </a:r>
          </a:p>
          <a:p>
            <a:pPr>
              <a:buFont typeface="Arial" panose="020B0604020202020204" pitchFamily="34" charset="0"/>
              <a:buChar char="•"/>
            </a:pPr>
            <a:r>
              <a:rPr lang="en-US" sz="1900" b="1" i="0" dirty="0">
                <a:effectLst/>
              </a:rPr>
              <a:t>type:</a:t>
            </a:r>
            <a:r>
              <a:rPr lang="en-US" sz="1900" b="0" i="0" dirty="0">
                <a:effectLst/>
              </a:rPr>
              <a:t> Gives information about 2 different unique values one is TV Show and another is Movie</a:t>
            </a:r>
          </a:p>
          <a:p>
            <a:pPr>
              <a:buFont typeface="Arial" panose="020B0604020202020204" pitchFamily="34" charset="0"/>
              <a:buChar char="•"/>
            </a:pPr>
            <a:r>
              <a:rPr lang="en-US" sz="1900" b="1" i="0" dirty="0">
                <a:effectLst/>
              </a:rPr>
              <a:t>title:</a:t>
            </a:r>
            <a:r>
              <a:rPr lang="en-US" sz="1900" b="0" i="0" dirty="0">
                <a:effectLst/>
              </a:rPr>
              <a:t> Gives information about the title of Movie or TV Show</a:t>
            </a:r>
          </a:p>
          <a:p>
            <a:pPr>
              <a:buFont typeface="Arial" panose="020B0604020202020204" pitchFamily="34" charset="0"/>
              <a:buChar char="•"/>
            </a:pPr>
            <a:r>
              <a:rPr lang="en-US" sz="1900" b="1" i="0" dirty="0">
                <a:effectLst/>
              </a:rPr>
              <a:t>director:</a:t>
            </a:r>
            <a:r>
              <a:rPr lang="en-US" sz="1900" b="0" i="0" dirty="0">
                <a:effectLst/>
              </a:rPr>
              <a:t> Gives information about the director who directed the Movie or TV Show</a:t>
            </a:r>
          </a:p>
          <a:p>
            <a:pPr>
              <a:buFont typeface="Arial" panose="020B0604020202020204" pitchFamily="34" charset="0"/>
              <a:buChar char="•"/>
            </a:pPr>
            <a:r>
              <a:rPr lang="en-US" sz="1900" b="1" i="0" dirty="0">
                <a:effectLst/>
              </a:rPr>
              <a:t>cast:</a:t>
            </a:r>
            <a:r>
              <a:rPr lang="en-US" sz="1900" b="0" i="0" dirty="0">
                <a:effectLst/>
              </a:rPr>
              <a:t> Gives information about the cast who plays role in Movie or TV Show</a:t>
            </a:r>
          </a:p>
          <a:p>
            <a:pPr>
              <a:buFont typeface="Arial" panose="020B0604020202020204" pitchFamily="34" charset="0"/>
              <a:buChar char="•"/>
            </a:pPr>
            <a:r>
              <a:rPr lang="en-US" sz="1900" b="1" i="0" dirty="0" err="1">
                <a:effectLst/>
              </a:rPr>
              <a:t>release_year</a:t>
            </a:r>
            <a:r>
              <a:rPr lang="en-US" sz="1900" b="1" i="0" dirty="0">
                <a:effectLst/>
              </a:rPr>
              <a:t>:</a:t>
            </a:r>
            <a:r>
              <a:rPr lang="en-US" sz="1900" b="0" i="0" dirty="0">
                <a:effectLst/>
              </a:rPr>
              <a:t> Gives information about the year when Movie or TV Show was released</a:t>
            </a:r>
          </a:p>
          <a:p>
            <a:endParaRPr lang="en-US" sz="1900" dirty="0"/>
          </a:p>
        </p:txBody>
      </p:sp>
    </p:spTree>
    <p:extLst>
      <p:ext uri="{BB962C8B-B14F-4D97-AF65-F5344CB8AC3E}">
        <p14:creationId xmlns:p14="http://schemas.microsoft.com/office/powerpoint/2010/main" val="143491346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90C8C613-6559-13B5-2B12-1752FD488163}"/>
            </a:ext>
          </a:extLst>
        </p:cNvPr>
        <p:cNvGrpSpPr/>
        <p:nvPr/>
      </p:nvGrpSpPr>
      <p:grpSpPr>
        <a:xfrm>
          <a:off x="0" y="0"/>
          <a:ext cx="0" cy="0"/>
          <a:chOff x="0" y="0"/>
          <a:chExt cx="0" cy="0"/>
        </a:xfrm>
      </p:grpSpPr>
      <p:pic>
        <p:nvPicPr>
          <p:cNvPr id="14" name="Picture 13" descr="Two people holding hands while sitting on a bench">
            <a:extLst>
              <a:ext uri="{FF2B5EF4-FFF2-40B4-BE49-F238E27FC236}">
                <a16:creationId xmlns:a16="http://schemas.microsoft.com/office/drawing/2014/main" id="{6FA1A719-325B-4CCD-3D6A-F409B2DECB02}"/>
              </a:ext>
            </a:extLst>
          </p:cNvPr>
          <p:cNvPicPr>
            <a:picLocks noChangeAspect="1"/>
          </p:cNvPicPr>
          <p:nvPr/>
        </p:nvPicPr>
        <p:blipFill rotWithShape="1">
          <a:blip r:embed="rId4">
            <a:alphaModFix amt="20000"/>
            <a:grayscl/>
          </a:blip>
          <a:srcRect t="15438"/>
          <a:stretch/>
        </p:blipFill>
        <p:spPr>
          <a:xfrm>
            <a:off x="20" y="2030"/>
            <a:ext cx="12191980" cy="6855970"/>
          </a:xfrm>
          <a:prstGeom prst="rect">
            <a:avLst/>
          </a:prstGeom>
        </p:spPr>
      </p:pic>
      <p:sp>
        <p:nvSpPr>
          <p:cNvPr id="27" name="Rectangle 26">
            <a:extLst>
              <a:ext uri="{FF2B5EF4-FFF2-40B4-BE49-F238E27FC236}">
                <a16:creationId xmlns:a16="http://schemas.microsoft.com/office/drawing/2014/main" id="{50C5AE9F-6B00-40BE-ACC0-B349CBC9C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25"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35E8F9BB-1717-5350-5B7E-F525B5299B13}"/>
              </a:ext>
            </a:extLst>
          </p:cNvPr>
          <p:cNvSpPr>
            <a:spLocks noGrp="1"/>
          </p:cNvSpPr>
          <p:nvPr>
            <p:ph type="title"/>
          </p:nvPr>
        </p:nvSpPr>
        <p:spPr>
          <a:xfrm>
            <a:off x="913795" y="609600"/>
            <a:ext cx="10353761" cy="1326321"/>
          </a:xfrm>
        </p:spPr>
        <p:txBody>
          <a:bodyPr>
            <a:normAutofit/>
          </a:bodyPr>
          <a:lstStyle/>
          <a:p>
            <a:r>
              <a:rPr lang="en-US" sz="2900" i="0">
                <a:effectLst/>
              </a:rPr>
              <a:t>Description of Netflix Dataset : Continued</a:t>
            </a:r>
            <a:br>
              <a:rPr lang="en-US" sz="2900" b="0" i="0">
                <a:effectLst/>
                <a:latin typeface="Lato" panose="020F0502020204030203" pitchFamily="34" charset="0"/>
              </a:rPr>
            </a:br>
            <a:endParaRPr lang="en-US" sz="2900"/>
          </a:p>
        </p:txBody>
      </p:sp>
      <p:sp>
        <p:nvSpPr>
          <p:cNvPr id="3" name="Content Placeholder 2">
            <a:extLst>
              <a:ext uri="{FF2B5EF4-FFF2-40B4-BE49-F238E27FC236}">
                <a16:creationId xmlns:a16="http://schemas.microsoft.com/office/drawing/2014/main" id="{8828299A-849C-12CE-70DB-3E2B624A76D8}"/>
              </a:ext>
            </a:extLst>
          </p:cNvPr>
          <p:cNvSpPr>
            <a:spLocks noGrp="1"/>
          </p:cNvSpPr>
          <p:nvPr>
            <p:ph idx="1"/>
          </p:nvPr>
        </p:nvSpPr>
        <p:spPr>
          <a:xfrm>
            <a:off x="913795" y="2096064"/>
            <a:ext cx="10353762" cy="3695136"/>
          </a:xfrm>
        </p:spPr>
        <p:txBody>
          <a:bodyPr>
            <a:normAutofit/>
          </a:bodyPr>
          <a:lstStyle/>
          <a:p>
            <a:pPr>
              <a:buFont typeface="Arial" panose="020B0604020202020204" pitchFamily="34" charset="0"/>
              <a:buChar char="•"/>
            </a:pPr>
            <a:r>
              <a:rPr lang="en-US" sz="1900" dirty="0" err="1">
                <a:effectLst/>
              </a:rPr>
              <a:t>date</a:t>
            </a:r>
            <a:r>
              <a:rPr lang="en-US" b="1" i="0" dirty="0" err="1">
                <a:effectLst/>
                <a:latin typeface="Helvetica Neue"/>
              </a:rPr>
              <a:t>_added</a:t>
            </a:r>
            <a:r>
              <a:rPr lang="en-US" b="1" i="0" dirty="0">
                <a:effectLst/>
              </a:rPr>
              <a:t>:</a:t>
            </a:r>
            <a:r>
              <a:rPr lang="en-US" b="0" i="0" dirty="0">
                <a:effectLst/>
              </a:rPr>
              <a:t> Gives information about the date when Movie or TV Show was added on Netflix</a:t>
            </a:r>
          </a:p>
          <a:p>
            <a:pPr>
              <a:buFont typeface="Arial" panose="020B0604020202020204" pitchFamily="34" charset="0"/>
              <a:buChar char="•"/>
            </a:pPr>
            <a:r>
              <a:rPr lang="en-US" b="1" i="0" dirty="0">
                <a:effectLst/>
              </a:rPr>
              <a:t>rating:</a:t>
            </a:r>
            <a:r>
              <a:rPr lang="en-US" b="0" i="0" dirty="0">
                <a:effectLst/>
              </a:rPr>
              <a:t> Gives information about the Movie or TV Show are in which category (</a:t>
            </a:r>
            <a:r>
              <a:rPr lang="en-US" b="0" i="0" dirty="0" err="1">
                <a:effectLst/>
              </a:rPr>
              <a:t>eg</a:t>
            </a:r>
            <a:r>
              <a:rPr lang="en-US" b="0" i="0" dirty="0">
                <a:effectLst/>
              </a:rPr>
              <a:t> like the movies are only for students, or adults, </a:t>
            </a:r>
            <a:r>
              <a:rPr lang="en-US" b="0" i="0" dirty="0" err="1">
                <a:effectLst/>
              </a:rPr>
              <a:t>etc</a:t>
            </a:r>
            <a:r>
              <a:rPr lang="en-US" b="0" i="0" dirty="0">
                <a:effectLst/>
              </a:rPr>
              <a:t>)</a:t>
            </a:r>
          </a:p>
          <a:p>
            <a:pPr>
              <a:buFont typeface="Arial" panose="020B0604020202020204" pitchFamily="34" charset="0"/>
              <a:buChar char="•"/>
            </a:pPr>
            <a:r>
              <a:rPr lang="en-US" b="1" i="0" dirty="0">
                <a:effectLst/>
              </a:rPr>
              <a:t>duration:</a:t>
            </a:r>
            <a:r>
              <a:rPr lang="en-US" b="0" i="0" dirty="0">
                <a:effectLst/>
              </a:rPr>
              <a:t> Gives information about the duration of Movie or TV Show</a:t>
            </a:r>
          </a:p>
          <a:p>
            <a:pPr>
              <a:buFont typeface="Arial" panose="020B0604020202020204" pitchFamily="34" charset="0"/>
              <a:buChar char="•"/>
            </a:pPr>
            <a:r>
              <a:rPr lang="en-US" b="1" i="0" dirty="0" err="1">
                <a:effectLst/>
              </a:rPr>
              <a:t>listed_in</a:t>
            </a:r>
            <a:r>
              <a:rPr lang="en-US" b="1" i="0" dirty="0">
                <a:effectLst/>
              </a:rPr>
              <a:t>:</a:t>
            </a:r>
            <a:r>
              <a:rPr lang="en-US" b="0" i="0" dirty="0">
                <a:effectLst/>
              </a:rPr>
              <a:t> Gives information about the genre of Movie or TV Show</a:t>
            </a:r>
          </a:p>
          <a:p>
            <a:pPr>
              <a:buFont typeface="Arial" panose="020B0604020202020204" pitchFamily="34" charset="0"/>
              <a:buChar char="•"/>
            </a:pPr>
            <a:r>
              <a:rPr lang="en-US" b="1" i="0" dirty="0">
                <a:effectLst/>
              </a:rPr>
              <a:t>description:</a:t>
            </a:r>
            <a:r>
              <a:rPr lang="en-US" b="0" i="0" dirty="0">
                <a:effectLst/>
              </a:rPr>
              <a:t> Gives information about the description of Movie or TV Show</a:t>
            </a:r>
          </a:p>
          <a:p>
            <a:pPr>
              <a:buFont typeface="Arial" panose="020B0604020202020204" pitchFamily="34" charset="0"/>
              <a:buChar char="•"/>
            </a:pPr>
            <a:r>
              <a:rPr lang="en-US" b="1" dirty="0"/>
              <a:t>Country:  </a:t>
            </a:r>
            <a:r>
              <a:rPr lang="en-US" dirty="0"/>
              <a:t>Country where the content is available to watch</a:t>
            </a:r>
            <a:endParaRPr lang="en-US" b="1" i="0" dirty="0">
              <a:effectLst/>
            </a:endParaRPr>
          </a:p>
          <a:p>
            <a:endParaRPr lang="en-US" dirty="0"/>
          </a:p>
        </p:txBody>
      </p:sp>
    </p:spTree>
    <p:extLst>
      <p:ext uri="{BB962C8B-B14F-4D97-AF65-F5344CB8AC3E}">
        <p14:creationId xmlns:p14="http://schemas.microsoft.com/office/powerpoint/2010/main" val="1233568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64EA-167E-4147-9554-159BAF31325D}"/>
              </a:ext>
            </a:extLst>
          </p:cNvPr>
          <p:cNvSpPr>
            <a:spLocks noGrp="1"/>
          </p:cNvSpPr>
          <p:nvPr>
            <p:ph type="title"/>
          </p:nvPr>
        </p:nvSpPr>
        <p:spPr>
          <a:xfrm>
            <a:off x="913795" y="609600"/>
            <a:ext cx="10353761" cy="1326321"/>
          </a:xfrm>
        </p:spPr>
        <p:txBody>
          <a:bodyPr>
            <a:normAutofit/>
          </a:bodyPr>
          <a:lstStyle/>
          <a:p>
            <a:r>
              <a:rPr lang="en-US" i="0">
                <a:effectLst/>
              </a:rPr>
              <a:t>Derived variables</a:t>
            </a:r>
            <a:br>
              <a:rPr lang="en-US" b="0" i="0">
                <a:effectLst/>
                <a:latin typeface="Lato" panose="020F0502020204030203" pitchFamily="34" charset="0"/>
              </a:rPr>
            </a:br>
            <a:endParaRPr lang="en-US" dirty="0"/>
          </a:p>
        </p:txBody>
      </p:sp>
      <p:sp>
        <p:nvSpPr>
          <p:cNvPr id="17" name="Rectangle 16">
            <a:extLst>
              <a:ext uri="{FF2B5EF4-FFF2-40B4-BE49-F238E27FC236}">
                <a16:creationId xmlns:a16="http://schemas.microsoft.com/office/drawing/2014/main" id="{88A69F92-2FCD-460F-9D54-3756D89A5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FB90E51C-B319-72B3-BFE9-323979719CE8}"/>
              </a:ext>
            </a:extLst>
          </p:cNvPr>
          <p:cNvGraphicFramePr>
            <a:graphicFrameLocks noGrp="1"/>
          </p:cNvGraphicFramePr>
          <p:nvPr>
            <p:ph idx="1"/>
            <p:extLst>
              <p:ext uri="{D42A27DB-BD31-4B8C-83A1-F6EECF244321}">
                <p14:modId xmlns:p14="http://schemas.microsoft.com/office/powerpoint/2010/main" val="3453590544"/>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9008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Analysis of Movies vs TV Shows</a:t>
            </a:r>
            <a:br>
              <a:rPr lang="en-US" spc="0" baseline="0"/>
            </a:br>
            <a:endParaRPr lang="en-US" spc="0" baseline="0"/>
          </a:p>
        </p:txBody>
      </p:sp>
      <p:pic>
        <p:nvPicPr>
          <p:cNvPr id="5" name="Content Placeholder 4">
            <a:extLst>
              <a:ext uri="{FF2B5EF4-FFF2-40B4-BE49-F238E27FC236}">
                <a16:creationId xmlns:a16="http://schemas.microsoft.com/office/drawing/2014/main" id="{764A4341-8C38-4565-BD03-306BE8F5E414}"/>
              </a:ext>
            </a:extLst>
          </p:cNvPr>
          <p:cNvPicPr>
            <a:picLocks noChangeAspect="1"/>
          </p:cNvPicPr>
          <p:nvPr/>
        </p:nvPicPr>
        <p:blipFill>
          <a:blip r:embed="rId4"/>
          <a:stretch>
            <a:fillRect/>
          </a:stretch>
        </p:blipFill>
        <p:spPr>
          <a:xfrm>
            <a:off x="1602532" y="2457292"/>
            <a:ext cx="4457227" cy="2837180"/>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70227" y="2257654"/>
            <a:ext cx="4109715" cy="3303888"/>
          </a:xfrm>
          <a:prstGeom prst="rect">
            <a:avLst/>
          </a:prstGeom>
        </p:spPr>
        <p:txBody>
          <a:bodyPr vert="horz" lIns="91440" tIns="45720" rIns="91440" bIns="45720" rtlCol="0">
            <a:normAutofit/>
          </a:bodyPr>
          <a:lstStyle/>
          <a:p>
            <a:pPr indent="-160934" defTabSz="804672">
              <a:spcAft>
                <a:spcPts val="528"/>
              </a:spcAft>
              <a:buClr>
                <a:schemeClr val="tx1">
                  <a:lumMod val="85000"/>
                  <a:lumOff val="15000"/>
                </a:schemeClr>
              </a:buClr>
              <a:buFont typeface="Garamond" pitchFamily="18" charset="0"/>
              <a:buChar char="◦"/>
            </a:pPr>
            <a:r>
              <a:rPr lang="en-US" sz="1584" kern="1200">
                <a:solidFill>
                  <a:schemeClr val="tx1"/>
                </a:solidFill>
                <a:latin typeface="+mn-lt"/>
                <a:ea typeface="+mn-ea"/>
                <a:cs typeface="+mn-cs"/>
              </a:rPr>
              <a:t>Netflix have more movies than TV Shows</a:t>
            </a:r>
            <a:endParaRPr lang="en-US"/>
          </a:p>
        </p:txBody>
      </p:sp>
    </p:spTree>
    <p:extLst>
      <p:ext uri="{BB962C8B-B14F-4D97-AF65-F5344CB8AC3E}">
        <p14:creationId xmlns:p14="http://schemas.microsoft.com/office/powerpoint/2010/main" val="2046913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35091" y="609600"/>
            <a:ext cx="4832465" cy="1326321"/>
          </a:xfrm>
        </p:spPr>
        <p:txBody>
          <a:bodyPr vert="horz" lIns="91440" tIns="45720" rIns="91440" bIns="45720" rtlCol="0" anchor="ctr">
            <a:normAutofit/>
          </a:bodyPr>
          <a:lstStyle/>
          <a:p>
            <a:r>
              <a:rPr lang="en-US" spc="0" baseline="0"/>
              <a:t>Movie Ratings Analysis</a:t>
            </a:r>
          </a:p>
        </p:txBody>
      </p:sp>
      <p:sp>
        <p:nvSpPr>
          <p:cNvPr id="21" name="Rectangle 20">
            <a:extLst>
              <a:ext uri="{FF2B5EF4-FFF2-40B4-BE49-F238E27FC236}">
                <a16:creationId xmlns:a16="http://schemas.microsoft.com/office/drawing/2014/main" id="{C0865711-6672-464E-9898-F02A3D552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52292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957CBDD-FF7F-475F-9BD0-9B9A3217DC1B}"/>
              </a:ext>
            </a:extLst>
          </p:cNvPr>
          <p:cNvPicPr>
            <a:picLocks noChangeAspect="1"/>
          </p:cNvPicPr>
          <p:nvPr/>
        </p:nvPicPr>
        <p:blipFill rotWithShape="1">
          <a:blip r:embed="rId4"/>
          <a:srcRect r="25238" b="1"/>
          <a:stretch/>
        </p:blipFill>
        <p:spPr>
          <a:xfrm>
            <a:off x="1141857" y="1114868"/>
            <a:ext cx="4450460" cy="4628265"/>
          </a:xfrm>
          <a:prstGeom prst="rect">
            <a:avLst/>
          </a:prstGeom>
          <a:noFill/>
        </p:spPr>
      </p:pic>
      <p:sp>
        <p:nvSpPr>
          <p:cNvPr id="22" name="Rectangle 21">
            <a:extLst>
              <a:ext uri="{FF2B5EF4-FFF2-40B4-BE49-F238E27FC236}">
                <a16:creationId xmlns:a16="http://schemas.microsoft.com/office/drawing/2014/main" id="{10EC6E67-0A0F-40C2-8226-ABD67A60A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96" y="799817"/>
            <a:ext cx="5109182"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6435091" y="2096064"/>
            <a:ext cx="4832465" cy="3695136"/>
          </a:xfrm>
          <a:prstGeom prst="rect">
            <a:avLst/>
          </a:prstGeom>
        </p:spPr>
        <p:txBody>
          <a:bodyPr vert="horz" lIns="91440" tIns="45720" rIns="91440" bIns="45720" rtlCol="0">
            <a:normAutofit/>
          </a:bodyPr>
          <a:lstStyle/>
          <a:p>
            <a:pPr indent="-228600">
              <a:lnSpc>
                <a:spcPct val="110000"/>
              </a:lnSpc>
              <a:spcBef>
                <a:spcPts val="800"/>
              </a:spcBef>
              <a:buClr>
                <a:schemeClr val="tx1">
                  <a:lumMod val="85000"/>
                  <a:lumOff val="15000"/>
                </a:schemeClr>
              </a:buClr>
              <a:buFont typeface="Arial" panose="020B0604020202020204" pitchFamily="34" charset="0"/>
              <a:buChar char="•"/>
            </a:pPr>
            <a:r>
              <a:rPr lang="en-US" sz="1400">
                <a:effectLst>
                  <a:outerShdw blurRad="50800" dist="38100" dir="2700000" algn="tl" rotWithShape="0">
                    <a:srgbClr val="000000">
                      <a:alpha val="48000"/>
                    </a:srgbClr>
                  </a:outerShdw>
                </a:effectLst>
              </a:rPr>
              <a:t>The largest count of movies are made with the 'TV-MA' rating."TV-MA" is a rating assigned by the TV Parental Guidelines to a television program that was designed for mature audiences only.</a:t>
            </a:r>
          </a:p>
          <a:p>
            <a:pPr indent="-228600">
              <a:lnSpc>
                <a:spcPct val="110000"/>
              </a:lnSpc>
              <a:spcBef>
                <a:spcPts val="800"/>
              </a:spcBef>
              <a:buClr>
                <a:schemeClr val="tx1">
                  <a:lumMod val="85000"/>
                  <a:lumOff val="15000"/>
                </a:schemeClr>
              </a:buClr>
              <a:buFont typeface="Arial" panose="020B0604020202020204" pitchFamily="34" charset="0"/>
              <a:buChar char="•"/>
            </a:pPr>
            <a:endParaRPr lang="en-US" sz="1400">
              <a:effectLst>
                <a:outerShdw blurRad="50800" dist="38100" dir="2700000" algn="tl" rotWithShape="0">
                  <a:srgbClr val="000000">
                    <a:alpha val="48000"/>
                  </a:srgbClr>
                </a:outerShdw>
              </a:effectLst>
            </a:endParaRPr>
          </a:p>
          <a:p>
            <a:pPr indent="-228600">
              <a:lnSpc>
                <a:spcPct val="110000"/>
              </a:lnSpc>
              <a:spcBef>
                <a:spcPts val="800"/>
              </a:spcBef>
              <a:buClr>
                <a:schemeClr val="tx1">
                  <a:lumMod val="85000"/>
                  <a:lumOff val="15000"/>
                </a:schemeClr>
              </a:buClr>
              <a:buFont typeface="Arial" panose="020B0604020202020204" pitchFamily="34" charset="0"/>
              <a:buChar char="•"/>
            </a:pPr>
            <a:r>
              <a:rPr lang="en-US" sz="1400">
                <a:effectLst>
                  <a:outerShdw blurRad="50800" dist="38100" dir="2700000" algn="tl" rotWithShape="0">
                    <a:srgbClr val="000000">
                      <a:alpha val="48000"/>
                    </a:srgbClr>
                  </a:outerShdw>
                </a:effectLst>
              </a:rPr>
              <a:t>Second largest is the 'TV-14' stands for content that may be inappropriate for children younger than 14 years of age.</a:t>
            </a:r>
          </a:p>
          <a:p>
            <a:pPr indent="-228600">
              <a:lnSpc>
                <a:spcPct val="110000"/>
              </a:lnSpc>
              <a:spcBef>
                <a:spcPts val="800"/>
              </a:spcBef>
              <a:buClr>
                <a:schemeClr val="tx1">
                  <a:lumMod val="85000"/>
                  <a:lumOff val="15000"/>
                </a:schemeClr>
              </a:buClr>
              <a:buFont typeface="Arial" panose="020B0604020202020204" pitchFamily="34" charset="0"/>
              <a:buChar char="•"/>
            </a:pPr>
            <a:endParaRPr lang="en-US" sz="1400">
              <a:effectLst>
                <a:outerShdw blurRad="50800" dist="38100" dir="2700000" algn="tl" rotWithShape="0">
                  <a:srgbClr val="000000">
                    <a:alpha val="48000"/>
                  </a:srgbClr>
                </a:outerShdw>
              </a:effectLst>
            </a:endParaRPr>
          </a:p>
          <a:p>
            <a:pPr indent="-228600">
              <a:lnSpc>
                <a:spcPct val="110000"/>
              </a:lnSpc>
              <a:spcBef>
                <a:spcPts val="800"/>
              </a:spcBef>
              <a:buClr>
                <a:schemeClr val="tx1">
                  <a:lumMod val="85000"/>
                  <a:lumOff val="15000"/>
                </a:schemeClr>
              </a:buClr>
              <a:buFont typeface="Arial" panose="020B0604020202020204" pitchFamily="34" charset="0"/>
              <a:buChar char="•"/>
            </a:pPr>
            <a:r>
              <a:rPr lang="en-US" sz="1400">
                <a:effectLst>
                  <a:outerShdw blurRad="50800" dist="38100" dir="2700000" algn="tl" rotWithShape="0">
                    <a:srgbClr val="000000">
                      <a:alpha val="48000"/>
                    </a:srgbClr>
                  </a:outerShdw>
                </a:effectLst>
              </a:rPr>
              <a:t>Third largest is the very popular 'R' rating. An R-rated film is a film that has been assessed as having material which may be unsuitable for children under the age of 17 by the Motion Picture Association of America.</a:t>
            </a:r>
          </a:p>
        </p:txBody>
      </p:sp>
    </p:spTree>
    <p:extLst>
      <p:ext uri="{BB962C8B-B14F-4D97-AF65-F5344CB8AC3E}">
        <p14:creationId xmlns:p14="http://schemas.microsoft.com/office/powerpoint/2010/main" val="71641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35091" y="609600"/>
            <a:ext cx="4832465" cy="1326321"/>
          </a:xfrm>
        </p:spPr>
        <p:txBody>
          <a:bodyPr vert="horz" lIns="91440" tIns="45720" rIns="91440" bIns="45720" rtlCol="0" anchor="ctr">
            <a:normAutofit/>
          </a:bodyPr>
          <a:lstStyle/>
          <a:p>
            <a:r>
              <a:rPr lang="en-US" spc="0" baseline="0"/>
              <a:t>Popular Genres Analysis</a:t>
            </a:r>
          </a:p>
        </p:txBody>
      </p:sp>
      <p:sp>
        <p:nvSpPr>
          <p:cNvPr id="12" name="Rectangle 11">
            <a:extLst>
              <a:ext uri="{FF2B5EF4-FFF2-40B4-BE49-F238E27FC236}">
                <a16:creationId xmlns:a16="http://schemas.microsoft.com/office/drawing/2014/main" id="{66DC9962-D7D3-42F4-91E6-7F869A27E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52292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6FEC678-CD94-4EED-B580-82F651919563}"/>
              </a:ext>
            </a:extLst>
          </p:cNvPr>
          <p:cNvPicPr>
            <a:picLocks noChangeAspect="1"/>
          </p:cNvPicPr>
          <p:nvPr/>
        </p:nvPicPr>
        <p:blipFill>
          <a:blip r:embed="rId4"/>
          <a:stretch>
            <a:fillRect/>
          </a:stretch>
        </p:blipFill>
        <p:spPr>
          <a:xfrm>
            <a:off x="1141857" y="1437420"/>
            <a:ext cx="4450460" cy="3983161"/>
          </a:xfrm>
          <a:prstGeom prst="rect">
            <a:avLst/>
          </a:prstGeom>
          <a:noFill/>
        </p:spPr>
      </p:pic>
      <p:sp>
        <p:nvSpPr>
          <p:cNvPr id="14" name="Rectangle 13">
            <a:extLst>
              <a:ext uri="{FF2B5EF4-FFF2-40B4-BE49-F238E27FC236}">
                <a16:creationId xmlns:a16="http://schemas.microsoft.com/office/drawing/2014/main" id="{3B989360-D69A-4A32-87FD-D2226A028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96" y="799817"/>
            <a:ext cx="5109182"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6435091" y="2096064"/>
            <a:ext cx="4832465" cy="3695136"/>
          </a:xfrm>
          <a:prstGeom prst="rect">
            <a:avLst/>
          </a:prstGeom>
        </p:spPr>
        <p:txBody>
          <a:bodyPr vert="horz" lIns="91440" tIns="45720" rIns="91440" bIns="45720" rtlCol="0">
            <a:normAutofit/>
          </a:bodyPr>
          <a:lstStyle/>
          <a:p>
            <a:pPr indent="-228600">
              <a:lnSpc>
                <a:spcPct val="11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In terms of genres, international movies takes the cake surprisingly followed by dramas and comedies. Even though the United States has the most content available, it looks like Netflix has decided to release a ton of international movies. </a:t>
            </a:r>
          </a:p>
          <a:p>
            <a:pPr indent="-228600">
              <a:lnSpc>
                <a:spcPct val="11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The reason for this could be that most Netflix subscribers aren't actually in the United States, but rather the majority of viewers are actually international subscribers.</a:t>
            </a:r>
          </a:p>
        </p:txBody>
      </p:sp>
    </p:spTree>
    <p:extLst>
      <p:ext uri="{BB962C8B-B14F-4D97-AF65-F5344CB8AC3E}">
        <p14:creationId xmlns:p14="http://schemas.microsoft.com/office/powerpoint/2010/main" val="1414643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Released Year Wise Analysis</a:t>
            </a:r>
          </a:p>
        </p:txBody>
      </p:sp>
      <p:pic>
        <p:nvPicPr>
          <p:cNvPr id="8" name="Picture 7" descr="Chart, bar chart&#10;&#10;Description automatically generated">
            <a:extLst>
              <a:ext uri="{FF2B5EF4-FFF2-40B4-BE49-F238E27FC236}">
                <a16:creationId xmlns:a16="http://schemas.microsoft.com/office/drawing/2014/main" id="{8C4FE401-4F58-4AA2-859E-F822AB36422B}"/>
              </a:ext>
            </a:extLst>
          </p:cNvPr>
          <p:cNvPicPr>
            <a:picLocks noChangeAspect="1"/>
          </p:cNvPicPr>
          <p:nvPr/>
        </p:nvPicPr>
        <p:blipFill>
          <a:blip r:embed="rId4"/>
          <a:stretch>
            <a:fillRect/>
          </a:stretch>
        </p:blipFill>
        <p:spPr>
          <a:xfrm>
            <a:off x="1659192" y="2327358"/>
            <a:ext cx="4109714" cy="3164479"/>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13568" y="2257654"/>
            <a:ext cx="4109714" cy="3303888"/>
          </a:xfrm>
          <a:prstGeom prst="rect">
            <a:avLst/>
          </a:prstGeom>
        </p:spPr>
        <p:txBody>
          <a:bodyPr vert="horz" lIns="91440" tIns="45720" rIns="91440" bIns="45720" rtlCol="0">
            <a:normAutofit/>
          </a:bodyPr>
          <a:lstStyle/>
          <a:p>
            <a:pPr indent="-160934" defTabSz="804672">
              <a:spcBef>
                <a:spcPts val="704"/>
              </a:spcBef>
              <a:buClr>
                <a:schemeClr val="tx1">
                  <a:lumMod val="85000"/>
                  <a:lumOff val="15000"/>
                </a:schemeClr>
              </a:buClr>
              <a:buFont typeface="Garamond" pitchFamily="18" charset="0"/>
              <a:buChar char="◦"/>
            </a:pPr>
            <a:r>
              <a:rPr lang="en-US" sz="1584" kern="1200">
                <a:solidFill>
                  <a:schemeClr val="tx1"/>
                </a:solidFill>
                <a:latin typeface="+mn-lt"/>
                <a:ea typeface="+mn-ea"/>
                <a:cs typeface="+mn-cs"/>
              </a:rPr>
              <a:t>So, 2018 was the year when most of the movies were released.</a:t>
            </a:r>
            <a:endParaRPr lang="en-US"/>
          </a:p>
        </p:txBody>
      </p:sp>
    </p:spTree>
    <p:extLst>
      <p:ext uri="{BB962C8B-B14F-4D97-AF65-F5344CB8AC3E}">
        <p14:creationId xmlns:p14="http://schemas.microsoft.com/office/powerpoint/2010/main" val="4025790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Added Year Wise Analysis</a:t>
            </a:r>
          </a:p>
        </p:txBody>
      </p:sp>
      <p:pic>
        <p:nvPicPr>
          <p:cNvPr id="4" name="Picture 3">
            <a:extLst>
              <a:ext uri="{FF2B5EF4-FFF2-40B4-BE49-F238E27FC236}">
                <a16:creationId xmlns:a16="http://schemas.microsoft.com/office/drawing/2014/main" id="{4AF9FC0C-A6DD-473E-B362-621A9BFB1BB6}"/>
              </a:ext>
            </a:extLst>
          </p:cNvPr>
          <p:cNvPicPr>
            <a:picLocks noChangeAspect="1"/>
          </p:cNvPicPr>
          <p:nvPr/>
        </p:nvPicPr>
        <p:blipFill>
          <a:blip r:embed="rId4"/>
          <a:stretch>
            <a:fillRect/>
          </a:stretch>
        </p:blipFill>
        <p:spPr>
          <a:xfrm>
            <a:off x="1659192" y="2296535"/>
            <a:ext cx="4109714" cy="3226125"/>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13568" y="2257654"/>
            <a:ext cx="4109714" cy="3303888"/>
          </a:xfrm>
          <a:prstGeom prst="rect">
            <a:avLst/>
          </a:prstGeom>
        </p:spPr>
        <p:txBody>
          <a:bodyPr vert="horz" lIns="91440" tIns="45720" rIns="91440" bIns="45720" rtlCol="0">
            <a:normAutofit/>
          </a:bodyPr>
          <a:lstStyle/>
          <a:p>
            <a:pPr indent="-160934" defTabSz="804672">
              <a:spcBef>
                <a:spcPts val="704"/>
              </a:spcBef>
              <a:buClr>
                <a:schemeClr val="tx1">
                  <a:lumMod val="85000"/>
                  <a:lumOff val="15000"/>
                </a:schemeClr>
              </a:buClr>
              <a:buFont typeface="Garamond" pitchFamily="18" charset="0"/>
              <a:buChar char="◦"/>
            </a:pPr>
            <a:r>
              <a:rPr lang="en-US" sz="1584" kern="1200">
                <a:solidFill>
                  <a:schemeClr val="tx1"/>
                </a:solidFill>
                <a:latin typeface="+mn-lt"/>
                <a:ea typeface="+mn-ea"/>
                <a:cs typeface="+mn-cs"/>
              </a:rPr>
              <a:t>So, 2019 was the year when most of the movies were added on Netflix.</a:t>
            </a:r>
            <a:endParaRPr lang="en-US"/>
          </a:p>
        </p:txBody>
      </p:sp>
    </p:spTree>
    <p:extLst>
      <p:ext uri="{BB962C8B-B14F-4D97-AF65-F5344CB8AC3E}">
        <p14:creationId xmlns:p14="http://schemas.microsoft.com/office/powerpoint/2010/main" val="2649589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Added Month Wise Analysis</a:t>
            </a:r>
          </a:p>
        </p:txBody>
      </p:sp>
      <p:pic>
        <p:nvPicPr>
          <p:cNvPr id="5" name="Picture 4" descr="Chart, bar chart&#10;&#10;Description automatically generated">
            <a:extLst>
              <a:ext uri="{FF2B5EF4-FFF2-40B4-BE49-F238E27FC236}">
                <a16:creationId xmlns:a16="http://schemas.microsoft.com/office/drawing/2014/main" id="{9091C55B-B6C7-436E-B6DB-0161226AAF2E}"/>
              </a:ext>
            </a:extLst>
          </p:cNvPr>
          <p:cNvPicPr>
            <a:picLocks noChangeAspect="1"/>
          </p:cNvPicPr>
          <p:nvPr/>
        </p:nvPicPr>
        <p:blipFill>
          <a:blip r:embed="rId4"/>
          <a:stretch>
            <a:fillRect/>
          </a:stretch>
        </p:blipFill>
        <p:spPr>
          <a:xfrm>
            <a:off x="1670040" y="2257654"/>
            <a:ext cx="4066324" cy="3303888"/>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02721" y="2257654"/>
            <a:ext cx="4109714" cy="3303888"/>
          </a:xfrm>
          <a:prstGeom prst="rect">
            <a:avLst/>
          </a:prstGeom>
        </p:spPr>
        <p:txBody>
          <a:bodyPr vert="horz" lIns="91440" tIns="45720" rIns="91440" bIns="45720" rtlCol="0">
            <a:normAutofit/>
          </a:bodyPr>
          <a:lstStyle/>
          <a:p>
            <a:pPr indent="-160934" defTabSz="804672">
              <a:spcBef>
                <a:spcPts val="704"/>
              </a:spcBef>
              <a:buClr>
                <a:schemeClr val="tx1">
                  <a:lumMod val="85000"/>
                  <a:lumOff val="15000"/>
                </a:schemeClr>
              </a:buClr>
              <a:buFont typeface="Garamond" pitchFamily="18" charset="0"/>
              <a:buChar char="◦"/>
            </a:pPr>
            <a:r>
              <a:rPr lang="en-US" sz="1584" dirty="0"/>
              <a:t>And </a:t>
            </a:r>
            <a:r>
              <a:rPr lang="en-US" sz="1584" kern="1200" dirty="0">
                <a:solidFill>
                  <a:schemeClr val="tx1"/>
                </a:solidFill>
                <a:latin typeface="+mn-lt"/>
                <a:ea typeface="+mn-ea"/>
                <a:cs typeface="+mn-cs"/>
              </a:rPr>
              <a:t>December is the month when most of the movies were added on Netflix.</a:t>
            </a:r>
            <a:endParaRPr lang="en-US" dirty="0"/>
          </a:p>
        </p:txBody>
      </p:sp>
    </p:spTree>
    <p:extLst>
      <p:ext uri="{BB962C8B-B14F-4D97-AF65-F5344CB8AC3E}">
        <p14:creationId xmlns:p14="http://schemas.microsoft.com/office/powerpoint/2010/main" val="2878474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Countries with highest rated content Analysis</a:t>
            </a:r>
          </a:p>
        </p:txBody>
      </p:sp>
      <p:pic>
        <p:nvPicPr>
          <p:cNvPr id="4" name="Picture 3" descr="Chart, bar chart&#10;&#10;Description automatically generated">
            <a:extLst>
              <a:ext uri="{FF2B5EF4-FFF2-40B4-BE49-F238E27FC236}">
                <a16:creationId xmlns:a16="http://schemas.microsoft.com/office/drawing/2014/main" id="{8B607A82-0538-4A28-9585-0F65824B754D}"/>
              </a:ext>
            </a:extLst>
          </p:cNvPr>
          <p:cNvPicPr>
            <a:picLocks noChangeAspect="1"/>
          </p:cNvPicPr>
          <p:nvPr/>
        </p:nvPicPr>
        <p:blipFill>
          <a:blip r:embed="rId4"/>
          <a:stretch>
            <a:fillRect/>
          </a:stretch>
        </p:blipFill>
        <p:spPr>
          <a:xfrm>
            <a:off x="1659192" y="2430101"/>
            <a:ext cx="4109714" cy="2958994"/>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13568" y="2257654"/>
            <a:ext cx="4109714" cy="3303888"/>
          </a:xfrm>
          <a:prstGeom prst="rect">
            <a:avLst/>
          </a:prstGeom>
        </p:spPr>
        <p:txBody>
          <a:bodyPr vert="horz" lIns="91440" tIns="45720" rIns="91440" bIns="45720" rtlCol="0">
            <a:normAutofit/>
          </a:bodyPr>
          <a:lstStyle/>
          <a:p>
            <a:pPr indent="-160934" defTabSz="804672">
              <a:spcBef>
                <a:spcPts val="704"/>
              </a:spcBef>
              <a:buClr>
                <a:schemeClr val="tx1">
                  <a:lumMod val="85000"/>
                  <a:lumOff val="15000"/>
                </a:schemeClr>
              </a:buClr>
              <a:buFont typeface="Garamond" pitchFamily="18" charset="0"/>
              <a:buChar char="◦"/>
            </a:pPr>
            <a:r>
              <a:rPr lang="en-US" sz="1584" kern="1200">
                <a:solidFill>
                  <a:schemeClr val="tx1"/>
                </a:solidFill>
                <a:latin typeface="+mn-lt"/>
                <a:ea typeface="+mn-ea"/>
                <a:cs typeface="+mn-cs"/>
              </a:rPr>
              <a:t>United States have highest rated content on the Netflix.</a:t>
            </a:r>
            <a:endParaRPr lang="en-US"/>
          </a:p>
        </p:txBody>
      </p:sp>
    </p:spTree>
    <p:extLst>
      <p:ext uri="{BB962C8B-B14F-4D97-AF65-F5344CB8AC3E}">
        <p14:creationId xmlns:p14="http://schemas.microsoft.com/office/powerpoint/2010/main" val="1255771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a:t>Mean, Mode, spread,Std Deviation</a:t>
            </a:r>
            <a:endParaRPr lang="en-US" spc="0" baseline="0"/>
          </a:p>
        </p:txBody>
      </p:sp>
      <p:pic>
        <p:nvPicPr>
          <p:cNvPr id="5" name="Picture 4">
            <a:extLst>
              <a:ext uri="{FF2B5EF4-FFF2-40B4-BE49-F238E27FC236}">
                <a16:creationId xmlns:a16="http://schemas.microsoft.com/office/drawing/2014/main" id="{969B8ADB-0BD5-437E-8F48-C75ECC17674B}"/>
              </a:ext>
            </a:extLst>
          </p:cNvPr>
          <p:cNvPicPr>
            <a:picLocks noChangeAspect="1"/>
          </p:cNvPicPr>
          <p:nvPr/>
        </p:nvPicPr>
        <p:blipFill rotWithShape="1">
          <a:blip r:embed="rId4"/>
          <a:srcRect t="3964" r="-1" b="3078"/>
          <a:stretch/>
        </p:blipFill>
        <p:spPr>
          <a:xfrm>
            <a:off x="1017388" y="2210935"/>
            <a:ext cx="4833257"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
        <p:nvSpPr>
          <p:cNvPr id="6" name="TextBox 5">
            <a:extLst>
              <a:ext uri="{FF2B5EF4-FFF2-40B4-BE49-F238E27FC236}">
                <a16:creationId xmlns:a16="http://schemas.microsoft.com/office/drawing/2014/main" id="{21E134FC-7E3E-4789-9616-B4EA83BCF8C7}"/>
              </a:ext>
            </a:extLst>
          </p:cNvPr>
          <p:cNvSpPr txBox="1"/>
          <p:nvPr/>
        </p:nvSpPr>
        <p:spPr>
          <a:xfrm>
            <a:off x="6250695" y="2096064"/>
            <a:ext cx="5016860" cy="3695136"/>
          </a:xfrm>
          <a:prstGeom prst="rect">
            <a:avLst/>
          </a:prstGeom>
        </p:spPr>
        <p:txBody>
          <a:bodyPr vert="horz" lIns="91440" tIns="45720" rIns="91440" bIns="45720" rtlCol="0">
            <a:normAutofit/>
          </a:bodyPr>
          <a:lstStyle/>
          <a:p>
            <a:pPr indent="-228600">
              <a:lnSpc>
                <a:spcPct val="110000"/>
              </a:lnSpc>
              <a:spcBef>
                <a:spcPts val="800"/>
              </a:spcBef>
              <a:buClr>
                <a:schemeClr val="tx1">
                  <a:lumMod val="85000"/>
                  <a:lumOff val="15000"/>
                </a:schemeClr>
              </a:buClr>
              <a:buFont typeface="Arial" panose="020B0604020202020204" pitchFamily="34" charset="0"/>
              <a:buChar char="•"/>
            </a:pPr>
            <a:r>
              <a:rPr lang="en-US" sz="1700">
                <a:effectLst>
                  <a:outerShdw blurRad="50800" dist="38100" dir="2700000" algn="tl" rotWithShape="0">
                    <a:srgbClr val="000000">
                      <a:alpha val="48000"/>
                    </a:srgbClr>
                  </a:outerShdw>
                </a:effectLst>
              </a:rPr>
              <a:t>There are 7770 total records in the Netflix dataset</a:t>
            </a:r>
          </a:p>
          <a:p>
            <a:pPr indent="-228600">
              <a:lnSpc>
                <a:spcPct val="110000"/>
              </a:lnSpc>
              <a:spcBef>
                <a:spcPts val="800"/>
              </a:spcBef>
              <a:buClr>
                <a:schemeClr val="tx1">
                  <a:lumMod val="85000"/>
                  <a:lumOff val="15000"/>
                </a:schemeClr>
              </a:buClr>
              <a:buFont typeface="Arial" panose="020B0604020202020204" pitchFamily="34" charset="0"/>
              <a:buChar char="•"/>
            </a:pPr>
            <a:r>
              <a:rPr lang="en-US" sz="1700">
                <a:effectLst>
                  <a:outerShdw blurRad="50800" dist="38100" dir="2700000" algn="tl" rotWithShape="0">
                    <a:srgbClr val="000000">
                      <a:alpha val="48000"/>
                    </a:srgbClr>
                  </a:outerShdw>
                </a:effectLst>
              </a:rPr>
              <a:t>Release year for Netflix content have spread between 1925 to 2021 with mean as 2013 and std dev of 8.7 years.</a:t>
            </a:r>
          </a:p>
          <a:p>
            <a:pPr indent="-228600">
              <a:lnSpc>
                <a:spcPct val="110000"/>
              </a:lnSpc>
              <a:spcBef>
                <a:spcPts val="800"/>
              </a:spcBef>
              <a:buClr>
                <a:schemeClr val="tx1">
                  <a:lumMod val="85000"/>
                  <a:lumOff val="15000"/>
                </a:schemeClr>
              </a:buClr>
              <a:buFont typeface="Arial" panose="020B0604020202020204" pitchFamily="34" charset="0"/>
              <a:buChar char="•"/>
            </a:pPr>
            <a:r>
              <a:rPr lang="en-US" sz="1700">
                <a:effectLst>
                  <a:outerShdw blurRad="50800" dist="38100" dir="2700000" algn="tl" rotWithShape="0">
                    <a:srgbClr val="000000">
                      <a:alpha val="48000"/>
                    </a:srgbClr>
                  </a:outerShdw>
                </a:effectLst>
              </a:rPr>
              <a:t>Added year for Netflix content have spread between 2008 to 2021 with mean as 2018 and std dev of 1.3 years.</a:t>
            </a:r>
          </a:p>
          <a:p>
            <a:pPr indent="-228600">
              <a:lnSpc>
                <a:spcPct val="110000"/>
              </a:lnSpc>
              <a:spcBef>
                <a:spcPts val="800"/>
              </a:spcBef>
              <a:buClr>
                <a:schemeClr val="tx1">
                  <a:lumMod val="85000"/>
                  <a:lumOff val="15000"/>
                </a:schemeClr>
              </a:buClr>
              <a:buFont typeface="Arial" panose="020B0604020202020204" pitchFamily="34" charset="0"/>
              <a:buChar char="•"/>
            </a:pPr>
            <a:r>
              <a:rPr lang="en-US" sz="1700">
                <a:effectLst>
                  <a:outerShdw blurRad="50800" dist="38100" dir="2700000" algn="tl" rotWithShape="0">
                    <a:srgbClr val="000000">
                      <a:alpha val="48000"/>
                    </a:srgbClr>
                  </a:outerShdw>
                </a:effectLst>
              </a:rPr>
              <a:t>Added month for Netflix content have spread between 1 to 12 with mean as 6.7 and std dev of 3.5 months.</a:t>
            </a:r>
          </a:p>
          <a:p>
            <a:pPr indent="-228600">
              <a:lnSpc>
                <a:spcPct val="110000"/>
              </a:lnSpc>
              <a:spcBef>
                <a:spcPts val="800"/>
              </a:spcBef>
              <a:buClr>
                <a:schemeClr val="tx1">
                  <a:lumMod val="85000"/>
                  <a:lumOff val="15000"/>
                </a:schemeClr>
              </a:buClr>
              <a:buFont typeface="Arial" panose="020B0604020202020204" pitchFamily="34" charset="0"/>
              <a:buChar char="•"/>
            </a:pPr>
            <a:endParaRPr lang="en-US" sz="1700">
              <a:effectLst>
                <a:outerShdw blurRad="50800" dist="38100" dir="2700000" algn="tl" rotWithShape="0">
                  <a:srgbClr val="000000">
                    <a:alpha val="48000"/>
                  </a:srgbClr>
                </a:outerShdw>
              </a:effectLst>
            </a:endParaRPr>
          </a:p>
          <a:p>
            <a:pPr indent="-228600">
              <a:lnSpc>
                <a:spcPct val="110000"/>
              </a:lnSpc>
              <a:spcBef>
                <a:spcPts val="800"/>
              </a:spcBef>
              <a:buClr>
                <a:schemeClr val="tx1">
                  <a:lumMod val="85000"/>
                  <a:lumOff val="15000"/>
                </a:schemeClr>
              </a:buClr>
              <a:buFont typeface="Arial" panose="020B0604020202020204" pitchFamily="34" charset="0"/>
              <a:buChar char="•"/>
            </a:pPr>
            <a:endParaRPr lang="en-US" sz="1700">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801279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4927472" y="609600"/>
            <a:ext cx="6340084" cy="1326321"/>
          </a:xfrm>
        </p:spPr>
        <p:txBody>
          <a:bodyPr vert="horz" lIns="91440" tIns="45720" rIns="91440" bIns="45720" rtlCol="0" anchor="ctr">
            <a:normAutofit/>
          </a:bodyPr>
          <a:lstStyle/>
          <a:p>
            <a:r>
              <a:rPr lang="en-US" spc="0" baseline="0"/>
              <a:t>PMF of Movie and TV Show</a:t>
            </a:r>
          </a:p>
        </p:txBody>
      </p:sp>
      <p:sp>
        <p:nvSpPr>
          <p:cNvPr id="67" name="Rectangle 66">
            <a:extLst>
              <a:ext uri="{FF2B5EF4-FFF2-40B4-BE49-F238E27FC236}">
                <a16:creationId xmlns:a16="http://schemas.microsoft.com/office/drawing/2014/main" id="{F53F218C-D376-40A2-8215-DC5A53861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37433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25B69A4-29C8-48A3-B455-D0E331AEF4EB}"/>
              </a:ext>
            </a:extLst>
          </p:cNvPr>
          <p:cNvPicPr>
            <a:picLocks noChangeAspect="1"/>
          </p:cNvPicPr>
          <p:nvPr/>
        </p:nvPicPr>
        <p:blipFill>
          <a:blip r:embed="rId4"/>
          <a:stretch>
            <a:fillRect/>
          </a:stretch>
        </p:blipFill>
        <p:spPr>
          <a:xfrm>
            <a:off x="1463775" y="1114868"/>
            <a:ext cx="2320725" cy="2233698"/>
          </a:xfrm>
          <a:prstGeom prst="rect">
            <a:avLst/>
          </a:prstGeom>
          <a:noFill/>
        </p:spPr>
      </p:pic>
      <p:sp>
        <p:nvSpPr>
          <p:cNvPr id="68" name="Rectangle 67">
            <a:extLst>
              <a:ext uri="{FF2B5EF4-FFF2-40B4-BE49-F238E27FC236}">
                <a16:creationId xmlns:a16="http://schemas.microsoft.com/office/drawing/2014/main" id="{3AE5CF73-3769-4377-8DFC-C1463DDDE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340" y="804806"/>
            <a:ext cx="3625595" cy="5248389"/>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F51ECB0-6427-48C5-BA4E-718A6C4B2BAF}"/>
              </a:ext>
            </a:extLst>
          </p:cNvPr>
          <p:cNvPicPr>
            <a:picLocks noChangeAspect="1"/>
          </p:cNvPicPr>
          <p:nvPr/>
        </p:nvPicPr>
        <p:blipFill>
          <a:blip r:embed="rId5"/>
          <a:stretch>
            <a:fillRect/>
          </a:stretch>
        </p:blipFill>
        <p:spPr>
          <a:xfrm>
            <a:off x="1393447" y="3509433"/>
            <a:ext cx="2461378" cy="2233701"/>
          </a:xfrm>
          <a:prstGeom prst="rect">
            <a:avLst/>
          </a:prstGeom>
        </p:spPr>
      </p:pic>
      <p:sp>
        <p:nvSpPr>
          <p:cNvPr id="6" name="TextBox 5">
            <a:extLst>
              <a:ext uri="{FF2B5EF4-FFF2-40B4-BE49-F238E27FC236}">
                <a16:creationId xmlns:a16="http://schemas.microsoft.com/office/drawing/2014/main" id="{21E134FC-7E3E-4789-9616-B4EA83BCF8C7}"/>
              </a:ext>
            </a:extLst>
          </p:cNvPr>
          <p:cNvSpPr txBox="1"/>
          <p:nvPr/>
        </p:nvSpPr>
        <p:spPr>
          <a:xfrm>
            <a:off x="4927471" y="2096063"/>
            <a:ext cx="6340085" cy="3957131"/>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Based on the PMF plot, we can say that more TV shows are added than Movies in 2020.</a:t>
            </a:r>
          </a:p>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But as per histogram it shows that more movies are added in 2020.</a:t>
            </a:r>
          </a:p>
          <a:p>
            <a:pPr indent="-228600">
              <a:lnSpc>
                <a:spcPct val="120000"/>
              </a:lnSpc>
              <a:spcBef>
                <a:spcPts val="800"/>
              </a:spcBef>
              <a:buClr>
                <a:schemeClr val="tx1">
                  <a:lumMod val="85000"/>
                  <a:lumOff val="15000"/>
                </a:schemeClr>
              </a:buClr>
              <a:buFont typeface="Arial" panose="020B0604020202020204" pitchFamily="34" charset="0"/>
              <a:buChar char="•"/>
            </a:pPr>
            <a:endParaRPr lang="en-US">
              <a:effectLst>
                <a:outerShdw blurRad="50800" dist="38100" dir="2700000" algn="tl" rotWithShape="0">
                  <a:srgbClr val="000000">
                    <a:alpha val="48000"/>
                  </a:srgbClr>
                </a:outerShdw>
              </a:effectLst>
            </a:endParaRPr>
          </a:p>
          <a:p>
            <a:pPr indent="-228600">
              <a:lnSpc>
                <a:spcPct val="120000"/>
              </a:lnSpc>
              <a:spcBef>
                <a:spcPts val="800"/>
              </a:spcBef>
              <a:buClr>
                <a:schemeClr val="tx1">
                  <a:lumMod val="85000"/>
                  <a:lumOff val="15000"/>
                </a:schemeClr>
              </a:buClr>
              <a:buFont typeface="Arial" panose="020B0604020202020204" pitchFamily="34" charset="0"/>
              <a:buChar char="•"/>
            </a:pPr>
            <a:endParaRPr lang="en-US">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2778563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7892142" y="609600"/>
            <a:ext cx="3375413" cy="1326321"/>
          </a:xfrm>
        </p:spPr>
        <p:txBody>
          <a:bodyPr vert="horz" lIns="91440" tIns="45720" rIns="91440" bIns="45720" rtlCol="0" anchor="ctr">
            <a:normAutofit/>
          </a:bodyPr>
          <a:lstStyle/>
          <a:p>
            <a:r>
              <a:rPr lang="en-US" sz="2800" spc="0" baseline="0"/>
              <a:t>CDF of Movie and TV Show</a:t>
            </a:r>
          </a:p>
        </p:txBody>
      </p:sp>
      <p:sp>
        <p:nvSpPr>
          <p:cNvPr id="11" name="Rectangle 10">
            <a:extLst>
              <a:ext uri="{FF2B5EF4-FFF2-40B4-BE49-F238E27FC236}">
                <a16:creationId xmlns:a16="http://schemas.microsoft.com/office/drawing/2014/main" id="{7043E05F-184D-4F03-8A9D-D2A78C09A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B97173D-396C-4974-81FF-55ABA17D33B1}"/>
              </a:ext>
            </a:extLst>
          </p:cNvPr>
          <p:cNvPicPr>
            <a:picLocks noChangeAspect="1"/>
          </p:cNvPicPr>
          <p:nvPr/>
        </p:nvPicPr>
        <p:blipFill>
          <a:blip r:embed="rId4"/>
          <a:stretch>
            <a:fillRect/>
          </a:stretch>
        </p:blipFill>
        <p:spPr>
          <a:xfrm>
            <a:off x="1137490" y="1510444"/>
            <a:ext cx="5926045" cy="3837113"/>
          </a:xfrm>
          <a:prstGeom prst="rect">
            <a:avLst/>
          </a:prstGeom>
          <a:noFill/>
        </p:spPr>
      </p:pic>
      <p:sp>
        <p:nvSpPr>
          <p:cNvPr id="13" name="Rectangle 12">
            <a:extLst>
              <a:ext uri="{FF2B5EF4-FFF2-40B4-BE49-F238E27FC236}">
                <a16:creationId xmlns:a16="http://schemas.microsoft.com/office/drawing/2014/main" id="{41F43512-5B5C-4D25-9BF3-E60A85A85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7859487" y="2096064"/>
            <a:ext cx="3408070" cy="3695136"/>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sz="1600">
                <a:effectLst>
                  <a:outerShdw blurRad="50800" dist="38100" dir="2700000" algn="tl" rotWithShape="0">
                    <a:srgbClr val="000000">
                      <a:alpha val="48000"/>
                    </a:srgbClr>
                  </a:outerShdw>
                </a:effectLst>
              </a:rPr>
              <a:t>The CDF shows that around 80% of the current netflix movies and shoes were added between 2016 to 2019.</a:t>
            </a:r>
          </a:p>
          <a:p>
            <a:pPr indent="-228600">
              <a:lnSpc>
                <a:spcPct val="120000"/>
              </a:lnSpc>
              <a:spcBef>
                <a:spcPts val="800"/>
              </a:spcBef>
              <a:buClr>
                <a:schemeClr val="tx1">
                  <a:lumMod val="85000"/>
                  <a:lumOff val="15000"/>
                </a:schemeClr>
              </a:buClr>
              <a:buFont typeface="Arial" panose="020B0604020202020204" pitchFamily="34" charset="0"/>
              <a:buChar char="•"/>
            </a:pPr>
            <a:endParaRPr lang="en-US" sz="1600">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1970319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pc="0" baseline="0"/>
              <a:t>Normality distribution of released_year</a:t>
            </a:r>
          </a:p>
        </p:txBody>
      </p:sp>
      <p:pic>
        <p:nvPicPr>
          <p:cNvPr id="5" name="Picture 4">
            <a:extLst>
              <a:ext uri="{FF2B5EF4-FFF2-40B4-BE49-F238E27FC236}">
                <a16:creationId xmlns:a16="http://schemas.microsoft.com/office/drawing/2014/main" id="{A015D7C1-5859-4B1E-89D3-177276AFEDB4}"/>
              </a:ext>
            </a:extLst>
          </p:cNvPr>
          <p:cNvPicPr>
            <a:picLocks noChangeAspect="1"/>
          </p:cNvPicPr>
          <p:nvPr/>
        </p:nvPicPr>
        <p:blipFill>
          <a:blip r:embed="rId4"/>
          <a:stretch>
            <a:fillRect/>
          </a:stretch>
        </p:blipFill>
        <p:spPr>
          <a:xfrm>
            <a:off x="1659192" y="2553392"/>
            <a:ext cx="4109714" cy="2712411"/>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13568" y="2257654"/>
            <a:ext cx="4109714" cy="3303888"/>
          </a:xfrm>
          <a:prstGeom prst="rect">
            <a:avLst/>
          </a:prstGeom>
        </p:spPr>
        <p:txBody>
          <a:bodyPr vert="horz" lIns="91440" tIns="45720" rIns="91440" bIns="45720" rtlCol="0">
            <a:normAutofit/>
          </a:bodyPr>
          <a:lstStyle/>
          <a:p>
            <a:pPr indent="-160934" defTabSz="804672">
              <a:spcBef>
                <a:spcPts val="704"/>
              </a:spcBef>
              <a:buClr>
                <a:schemeClr val="tx1">
                  <a:lumMod val="85000"/>
                  <a:lumOff val="15000"/>
                </a:schemeClr>
              </a:buClr>
              <a:buFont typeface="Garamond" pitchFamily="18" charset="0"/>
              <a:buChar char="◦"/>
            </a:pPr>
            <a:r>
              <a:rPr lang="en-US" sz="1584" kern="1200">
                <a:solidFill>
                  <a:schemeClr val="tx1"/>
                </a:solidFill>
                <a:latin typeface="+mn-lt"/>
                <a:ea typeface="+mn-ea"/>
                <a:cs typeface="+mn-cs"/>
              </a:rPr>
              <a:t>The line is not straight that means the released year for the Netflix content is not uniform.</a:t>
            </a:r>
            <a:endParaRPr lang="en-US"/>
          </a:p>
        </p:txBody>
      </p:sp>
    </p:spTree>
    <p:extLst>
      <p:ext uri="{BB962C8B-B14F-4D97-AF65-F5344CB8AC3E}">
        <p14:creationId xmlns:p14="http://schemas.microsoft.com/office/powerpoint/2010/main" val="1935843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7892142" y="609600"/>
            <a:ext cx="3375413" cy="1326321"/>
          </a:xfrm>
        </p:spPr>
        <p:txBody>
          <a:bodyPr vert="horz" lIns="91440" tIns="45720" rIns="91440" bIns="45720" rtlCol="0" anchor="ctr">
            <a:normAutofit/>
          </a:bodyPr>
          <a:lstStyle/>
          <a:p>
            <a:r>
              <a:rPr lang="en-US" sz="2400" spc="0" baseline="0"/>
              <a:t>Scatter plot of year_added vs year_released</a:t>
            </a:r>
          </a:p>
        </p:txBody>
      </p:sp>
      <p:sp>
        <p:nvSpPr>
          <p:cNvPr id="8" name="Rectangle 7">
            <a:extLst>
              <a:ext uri="{FF2B5EF4-FFF2-40B4-BE49-F238E27FC236}">
                <a16:creationId xmlns:a16="http://schemas.microsoft.com/office/drawing/2014/main" id="{7043E05F-184D-4F03-8A9D-D2A78C09A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987745-25B7-46D6-B3C6-C8A49E56BB2C}"/>
              </a:ext>
            </a:extLst>
          </p:cNvPr>
          <p:cNvPicPr>
            <a:picLocks noChangeAspect="1"/>
          </p:cNvPicPr>
          <p:nvPr/>
        </p:nvPicPr>
        <p:blipFill>
          <a:blip r:embed="rId4"/>
          <a:stretch>
            <a:fillRect/>
          </a:stretch>
        </p:blipFill>
        <p:spPr>
          <a:xfrm>
            <a:off x="1137490" y="1717855"/>
            <a:ext cx="5926045" cy="3422290"/>
          </a:xfrm>
          <a:prstGeom prst="rect">
            <a:avLst/>
          </a:prstGeom>
          <a:noFill/>
        </p:spPr>
      </p:pic>
      <p:sp>
        <p:nvSpPr>
          <p:cNvPr id="9" name="Rectangle 8">
            <a:extLst>
              <a:ext uri="{FF2B5EF4-FFF2-40B4-BE49-F238E27FC236}">
                <a16:creationId xmlns:a16="http://schemas.microsoft.com/office/drawing/2014/main" id="{41F43512-5B5C-4D25-9BF3-E60A85A85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7859487" y="2096064"/>
            <a:ext cx="3408070" cy="3695136"/>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sz="1600">
                <a:effectLst>
                  <a:outerShdw blurRad="50800" dist="38100" dir="2700000" algn="tl" rotWithShape="0">
                    <a:srgbClr val="000000">
                      <a:alpha val="48000"/>
                    </a:srgbClr>
                  </a:outerShdw>
                </a:effectLst>
              </a:rPr>
              <a:t>Covariance=1.23</a:t>
            </a:r>
          </a:p>
          <a:p>
            <a:pPr indent="-228600">
              <a:lnSpc>
                <a:spcPct val="120000"/>
              </a:lnSpc>
              <a:spcBef>
                <a:spcPts val="800"/>
              </a:spcBef>
              <a:buClr>
                <a:schemeClr val="tx1">
                  <a:lumMod val="85000"/>
                  <a:lumOff val="15000"/>
                </a:schemeClr>
              </a:buClr>
              <a:buFont typeface="Arial" panose="020B0604020202020204" pitchFamily="34" charset="0"/>
              <a:buChar char="•"/>
            </a:pPr>
            <a:r>
              <a:rPr lang="en-US" sz="1600">
                <a:effectLst>
                  <a:outerShdw blurRad="50800" dist="38100" dir="2700000" algn="tl" rotWithShape="0">
                    <a:srgbClr val="000000">
                      <a:alpha val="48000"/>
                    </a:srgbClr>
                  </a:outerShdw>
                </a:effectLst>
              </a:rPr>
              <a:t>Correlation=0.10</a:t>
            </a:r>
          </a:p>
          <a:p>
            <a:pPr indent="-228600">
              <a:lnSpc>
                <a:spcPct val="120000"/>
              </a:lnSpc>
              <a:spcBef>
                <a:spcPts val="800"/>
              </a:spcBef>
              <a:buClr>
                <a:schemeClr val="tx1">
                  <a:lumMod val="85000"/>
                  <a:lumOff val="15000"/>
                </a:schemeClr>
              </a:buClr>
              <a:buFont typeface="Arial" panose="020B0604020202020204" pitchFamily="34" charset="0"/>
              <a:buChar char="•"/>
            </a:pPr>
            <a:endParaRPr lang="en-US" sz="1600">
              <a:effectLst>
                <a:outerShdw blurRad="50800" dist="38100" dir="2700000" algn="tl" rotWithShape="0">
                  <a:srgbClr val="000000">
                    <a:alpha val="48000"/>
                  </a:srgbClr>
                </a:outerShdw>
              </a:effectLst>
            </a:endParaRPr>
          </a:p>
          <a:p>
            <a:pPr indent="-228600">
              <a:lnSpc>
                <a:spcPct val="120000"/>
              </a:lnSpc>
              <a:spcBef>
                <a:spcPts val="800"/>
              </a:spcBef>
              <a:buClr>
                <a:schemeClr val="tx1">
                  <a:lumMod val="85000"/>
                  <a:lumOff val="15000"/>
                </a:schemeClr>
              </a:buClr>
              <a:buFont typeface="Arial" panose="020B0604020202020204" pitchFamily="34" charset="0"/>
              <a:buChar char="•"/>
            </a:pPr>
            <a:r>
              <a:rPr lang="en-US" sz="1600">
                <a:effectLst>
                  <a:outerShdw blurRad="50800" dist="38100" dir="2700000" algn="tl" rotWithShape="0">
                    <a:srgbClr val="000000">
                      <a:alpha val="48000"/>
                    </a:srgbClr>
                  </a:outerShdw>
                </a:effectLst>
              </a:rPr>
              <a:t>The positive covariance and correlation shows that there is strong relation between year_added and year_released for any content on Netflix.</a:t>
            </a:r>
          </a:p>
        </p:txBody>
      </p:sp>
    </p:spTree>
    <p:extLst>
      <p:ext uri="{BB962C8B-B14F-4D97-AF65-F5344CB8AC3E}">
        <p14:creationId xmlns:p14="http://schemas.microsoft.com/office/powerpoint/2010/main" val="1698905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35091" y="609600"/>
            <a:ext cx="4832465" cy="1326321"/>
          </a:xfrm>
        </p:spPr>
        <p:txBody>
          <a:bodyPr vert="horz" lIns="91440" tIns="45720" rIns="91440" bIns="45720" rtlCol="0" anchor="ctr">
            <a:normAutofit/>
          </a:bodyPr>
          <a:lstStyle/>
          <a:p>
            <a:r>
              <a:rPr lang="en-US" sz="2900" spc="0" baseline="0"/>
              <a:t>Scatter plot of year_added vs month_added</a:t>
            </a:r>
          </a:p>
        </p:txBody>
      </p:sp>
      <p:sp>
        <p:nvSpPr>
          <p:cNvPr id="11" name="Rectangle 10">
            <a:extLst>
              <a:ext uri="{FF2B5EF4-FFF2-40B4-BE49-F238E27FC236}">
                <a16:creationId xmlns:a16="http://schemas.microsoft.com/office/drawing/2014/main" id="{66DC9962-D7D3-42F4-91E6-7F869A27E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52292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E6CBFDB-2330-49A9-8B23-342770462E45}"/>
              </a:ext>
            </a:extLst>
          </p:cNvPr>
          <p:cNvPicPr>
            <a:picLocks noChangeAspect="1"/>
          </p:cNvPicPr>
          <p:nvPr/>
        </p:nvPicPr>
        <p:blipFill>
          <a:blip r:embed="rId4"/>
          <a:stretch>
            <a:fillRect/>
          </a:stretch>
        </p:blipFill>
        <p:spPr>
          <a:xfrm>
            <a:off x="1141857" y="1988164"/>
            <a:ext cx="4450460" cy="2881672"/>
          </a:xfrm>
          <a:prstGeom prst="rect">
            <a:avLst/>
          </a:prstGeom>
          <a:noFill/>
        </p:spPr>
      </p:pic>
      <p:sp>
        <p:nvSpPr>
          <p:cNvPr id="13" name="Rectangle 12">
            <a:extLst>
              <a:ext uri="{FF2B5EF4-FFF2-40B4-BE49-F238E27FC236}">
                <a16:creationId xmlns:a16="http://schemas.microsoft.com/office/drawing/2014/main" id="{3B989360-D69A-4A32-87FD-D2226A028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96" y="799817"/>
            <a:ext cx="5109182"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6435091" y="2096064"/>
            <a:ext cx="4832465" cy="3695136"/>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Covariance= -0.66</a:t>
            </a:r>
          </a:p>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Correlation= -.133</a:t>
            </a:r>
          </a:p>
          <a:p>
            <a:pPr indent="-228600">
              <a:lnSpc>
                <a:spcPct val="120000"/>
              </a:lnSpc>
              <a:spcBef>
                <a:spcPts val="800"/>
              </a:spcBef>
              <a:buClr>
                <a:schemeClr val="tx1">
                  <a:lumMod val="85000"/>
                  <a:lumOff val="15000"/>
                </a:schemeClr>
              </a:buClr>
              <a:buFont typeface="Arial" panose="020B0604020202020204" pitchFamily="34" charset="0"/>
              <a:buChar char="•"/>
            </a:pPr>
            <a:endParaRPr lang="en-US">
              <a:effectLst>
                <a:outerShdw blurRad="50800" dist="38100" dir="2700000" algn="tl" rotWithShape="0">
                  <a:srgbClr val="000000">
                    <a:alpha val="48000"/>
                  </a:srgbClr>
                </a:outerShdw>
              </a:effectLst>
            </a:endParaRPr>
          </a:p>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The negative covariance and correlation shows that there is inverse relation between year_added and month_added for any content on Netflix.</a:t>
            </a:r>
          </a:p>
        </p:txBody>
      </p:sp>
    </p:spTree>
    <p:extLst>
      <p:ext uri="{BB962C8B-B14F-4D97-AF65-F5344CB8AC3E}">
        <p14:creationId xmlns:p14="http://schemas.microsoft.com/office/powerpoint/2010/main" val="791012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4927472" y="609600"/>
            <a:ext cx="6340084" cy="1326321"/>
          </a:xfrm>
        </p:spPr>
        <p:txBody>
          <a:bodyPr vert="horz" lIns="91440" tIns="45720" rIns="91440" bIns="45720" rtlCol="0" anchor="ctr">
            <a:normAutofit/>
          </a:bodyPr>
          <a:lstStyle/>
          <a:p>
            <a:r>
              <a:rPr lang="en-US" spc="0" baseline="0"/>
              <a:t>Hypothesis testing of released_year</a:t>
            </a:r>
          </a:p>
        </p:txBody>
      </p:sp>
      <p:sp>
        <p:nvSpPr>
          <p:cNvPr id="15" name="Rectangle 14">
            <a:extLst>
              <a:ext uri="{FF2B5EF4-FFF2-40B4-BE49-F238E27FC236}">
                <a16:creationId xmlns:a16="http://schemas.microsoft.com/office/drawing/2014/main" id="{F105B74E-4D51-4DD1-96CB-EFA8B3919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37433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able&#10;&#10;Description automatically generated">
            <a:extLst>
              <a:ext uri="{FF2B5EF4-FFF2-40B4-BE49-F238E27FC236}">
                <a16:creationId xmlns:a16="http://schemas.microsoft.com/office/drawing/2014/main" id="{59542FA4-7A88-4F6A-B303-79CEAFE63CEA}"/>
              </a:ext>
            </a:extLst>
          </p:cNvPr>
          <p:cNvPicPr>
            <a:picLocks noChangeAspect="1"/>
          </p:cNvPicPr>
          <p:nvPr/>
        </p:nvPicPr>
        <p:blipFill rotWithShape="1">
          <a:blip r:embed="rId4"/>
          <a:srcRect r="31260"/>
          <a:stretch/>
        </p:blipFill>
        <p:spPr>
          <a:xfrm>
            <a:off x="1141857" y="1114868"/>
            <a:ext cx="2964561" cy="4628265"/>
          </a:xfrm>
          <a:prstGeom prst="rect">
            <a:avLst/>
          </a:prstGeom>
          <a:noFill/>
        </p:spPr>
      </p:pic>
      <p:sp>
        <p:nvSpPr>
          <p:cNvPr id="16" name="Rectangle 15">
            <a:extLst>
              <a:ext uri="{FF2B5EF4-FFF2-40B4-BE49-F238E27FC236}">
                <a16:creationId xmlns:a16="http://schemas.microsoft.com/office/drawing/2014/main" id="{3835C4B7-B206-4B00-99E2-44CA30053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340" y="804806"/>
            <a:ext cx="3625595" cy="5248389"/>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4927471" y="2096064"/>
            <a:ext cx="6340085" cy="3695136"/>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Test: difference in mean year TV shows and movies added on Netflix </a:t>
            </a:r>
          </a:p>
          <a:p>
            <a:pPr indent="-228600">
              <a:lnSpc>
                <a:spcPct val="120000"/>
              </a:lnSpc>
              <a:spcBef>
                <a:spcPts val="800"/>
              </a:spcBef>
              <a:buClr>
                <a:schemeClr val="tx1">
                  <a:lumMod val="85000"/>
                  <a:lumOff val="15000"/>
                </a:schemeClr>
              </a:buClr>
              <a:buFont typeface="Arial" panose="020B0604020202020204" pitchFamily="34" charset="0"/>
              <a:buChar char="•"/>
            </a:pPr>
            <a:endParaRPr lang="en-US">
              <a:effectLst>
                <a:outerShdw blurRad="50800" dist="38100" dir="2700000" algn="tl" rotWithShape="0">
                  <a:srgbClr val="000000">
                    <a:alpha val="48000"/>
                  </a:srgbClr>
                </a:outerShdw>
              </a:effectLst>
            </a:endParaRPr>
          </a:p>
          <a:p>
            <a:pPr indent="-228600">
              <a:lnSpc>
                <a:spcPct val="120000"/>
              </a:lnSpc>
              <a:spcBef>
                <a:spcPts val="800"/>
              </a:spcBef>
              <a:buClr>
                <a:schemeClr val="tx1">
                  <a:lumMod val="85000"/>
                  <a:lumOff val="15000"/>
                </a:schemeClr>
              </a:buClr>
              <a:buFont typeface="Arial" panose="020B0604020202020204" pitchFamily="34" charset="0"/>
              <a:buChar char="•"/>
            </a:pPr>
            <a:r>
              <a:rPr lang="en-US">
                <a:effectLst>
                  <a:outerShdw blurRad="50800" dist="38100" dir="2700000" algn="tl" rotWithShape="0">
                    <a:srgbClr val="000000">
                      <a:alpha val="48000"/>
                    </a:srgbClr>
                  </a:outerShdw>
                </a:effectLst>
              </a:rPr>
              <a:t>Conclusion: As expected, tests that are positive with large sample sizes become negative as we take away data.  But the pattern is erratic, with some positive tests even at small sample sizes.</a:t>
            </a:r>
          </a:p>
        </p:txBody>
      </p:sp>
    </p:spTree>
    <p:extLst>
      <p:ext uri="{BB962C8B-B14F-4D97-AF65-F5344CB8AC3E}">
        <p14:creationId xmlns:p14="http://schemas.microsoft.com/office/powerpoint/2010/main" val="1463436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7892142" y="609600"/>
            <a:ext cx="3375413" cy="1326321"/>
          </a:xfrm>
        </p:spPr>
        <p:txBody>
          <a:bodyPr vert="horz" lIns="91440" tIns="45720" rIns="91440" bIns="45720" rtlCol="0" anchor="ctr">
            <a:normAutofit/>
          </a:bodyPr>
          <a:lstStyle/>
          <a:p>
            <a:r>
              <a:rPr lang="en-US" sz="2200" spc="0" baseline="0"/>
              <a:t>Linear Regretion year_added ~ released_year</a:t>
            </a:r>
          </a:p>
        </p:txBody>
      </p:sp>
      <p:sp>
        <p:nvSpPr>
          <p:cNvPr id="22" name="Rectangle 21">
            <a:extLst>
              <a:ext uri="{FF2B5EF4-FFF2-40B4-BE49-F238E27FC236}">
                <a16:creationId xmlns:a16="http://schemas.microsoft.com/office/drawing/2014/main" id="{7043E05F-184D-4F03-8A9D-D2A78C09A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EB40319-247E-4FE4-AEB6-01DF7148B461}"/>
              </a:ext>
            </a:extLst>
          </p:cNvPr>
          <p:cNvPicPr>
            <a:picLocks noChangeAspect="1"/>
          </p:cNvPicPr>
          <p:nvPr/>
        </p:nvPicPr>
        <p:blipFill>
          <a:blip r:embed="rId4"/>
          <a:stretch>
            <a:fillRect/>
          </a:stretch>
        </p:blipFill>
        <p:spPr>
          <a:xfrm>
            <a:off x="1995374" y="1114868"/>
            <a:ext cx="4210277" cy="4628265"/>
          </a:xfrm>
          <a:prstGeom prst="rect">
            <a:avLst/>
          </a:prstGeom>
          <a:noFill/>
        </p:spPr>
      </p:pic>
      <p:sp>
        <p:nvSpPr>
          <p:cNvPr id="23" name="Rectangle 22">
            <a:extLst>
              <a:ext uri="{FF2B5EF4-FFF2-40B4-BE49-F238E27FC236}">
                <a16:creationId xmlns:a16="http://schemas.microsoft.com/office/drawing/2014/main" id="{41F43512-5B5C-4D25-9BF3-E60A85A85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E134FC-7E3E-4789-9616-B4EA83BCF8C7}"/>
              </a:ext>
            </a:extLst>
          </p:cNvPr>
          <p:cNvSpPr txBox="1"/>
          <p:nvPr/>
        </p:nvSpPr>
        <p:spPr>
          <a:xfrm>
            <a:off x="7859487" y="2096064"/>
            <a:ext cx="3408070" cy="3695136"/>
          </a:xfrm>
          <a:prstGeom prst="rect">
            <a:avLst/>
          </a:prstGeom>
        </p:spPr>
        <p:txBody>
          <a:bodyPr vert="horz" lIns="91440" tIns="45720" rIns="91440" bIns="45720" rtlCol="0">
            <a:normAutofit/>
          </a:bodyPr>
          <a:lstStyle/>
          <a:p>
            <a:pPr indent="-228600">
              <a:lnSpc>
                <a:spcPct val="120000"/>
              </a:lnSpc>
              <a:spcBef>
                <a:spcPts val="800"/>
              </a:spcBef>
              <a:buClr>
                <a:schemeClr val="tx1">
                  <a:lumMod val="85000"/>
                  <a:lumOff val="15000"/>
                </a:schemeClr>
              </a:buClr>
              <a:buFont typeface="Arial" panose="020B0604020202020204" pitchFamily="34" charset="0"/>
              <a:buChar char="•"/>
            </a:pPr>
            <a:r>
              <a:rPr lang="en-US" sz="1600" b="0" i="0">
                <a:effectLst>
                  <a:outerShdw blurRad="50800" dist="38100" dir="2700000" algn="tl" rotWithShape="0">
                    <a:srgbClr val="000000">
                      <a:alpha val="48000"/>
                    </a:srgbClr>
                  </a:outerShdw>
                </a:effectLst>
              </a:rPr>
              <a:t> Standard Errors assume that the covariance matrix of the errors is correctly specified.</a:t>
            </a:r>
          </a:p>
          <a:p>
            <a:pPr indent="-228600">
              <a:lnSpc>
                <a:spcPct val="120000"/>
              </a:lnSpc>
              <a:spcBef>
                <a:spcPts val="800"/>
              </a:spcBef>
              <a:buClr>
                <a:schemeClr val="tx1">
                  <a:lumMod val="85000"/>
                  <a:lumOff val="15000"/>
                </a:schemeClr>
              </a:buClr>
              <a:buFont typeface="Arial" panose="020B0604020202020204" pitchFamily="34" charset="0"/>
              <a:buChar char="•"/>
            </a:pPr>
            <a:r>
              <a:rPr lang="en-US" sz="1600" b="0" i="0">
                <a:effectLst>
                  <a:outerShdw blurRad="50800" dist="38100" dir="2700000" algn="tl" rotWithShape="0">
                    <a:srgbClr val="000000">
                      <a:alpha val="48000"/>
                    </a:srgbClr>
                  </a:outerShdw>
                </a:effectLst>
              </a:rPr>
              <a:t>The condition number is large, 4.63e+05. This might indicate that there are strong multicollinearity or other numerical problems.</a:t>
            </a:r>
            <a:endParaRPr lang="en-US" sz="1600">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3427771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AFED7-7F5C-467E-A5EF-8F3FFE354AD6}"/>
              </a:ext>
            </a:extLst>
          </p:cNvPr>
          <p:cNvSpPr>
            <a:spLocks noGrp="1"/>
          </p:cNvSpPr>
          <p:nvPr>
            <p:ph type="title"/>
          </p:nvPr>
        </p:nvSpPr>
        <p:spPr>
          <a:xfrm>
            <a:off x="4927472" y="609600"/>
            <a:ext cx="6340084" cy="1326321"/>
          </a:xfrm>
        </p:spPr>
        <p:txBody>
          <a:bodyPr vert="horz" lIns="91440" tIns="45720" rIns="91440" bIns="45720" rtlCol="0" anchor="ctr">
            <a:normAutofit/>
          </a:bodyPr>
          <a:lstStyle/>
          <a:p>
            <a:r>
              <a:rPr lang="en-US" dirty="0"/>
              <a:t>Conclusion</a:t>
            </a:r>
          </a:p>
        </p:txBody>
      </p:sp>
      <p:pic>
        <p:nvPicPr>
          <p:cNvPr id="21" name="Picture 20" descr="VIP rope barrier">
            <a:extLst>
              <a:ext uri="{FF2B5EF4-FFF2-40B4-BE49-F238E27FC236}">
                <a16:creationId xmlns:a16="http://schemas.microsoft.com/office/drawing/2014/main" id="{A8F943BF-C15A-327E-E0BC-30DE122B9816}"/>
              </a:ext>
            </a:extLst>
          </p:cNvPr>
          <p:cNvPicPr>
            <a:picLocks noChangeAspect="1"/>
          </p:cNvPicPr>
          <p:nvPr/>
        </p:nvPicPr>
        <p:blipFill rotWithShape="1">
          <a:blip r:embed="rId4"/>
          <a:srcRect l="34008" r="17319" b="-2"/>
          <a:stretch/>
        </p:blipFill>
        <p:spPr>
          <a:xfrm>
            <a:off x="20" y="10"/>
            <a:ext cx="4635987" cy="6857990"/>
          </a:xfrm>
          <a:prstGeom prst="rect">
            <a:avLst/>
          </a:prstGeom>
        </p:spPr>
      </p:pic>
      <p:sp>
        <p:nvSpPr>
          <p:cNvPr id="22" name="Content Placeholder 2">
            <a:extLst>
              <a:ext uri="{FF2B5EF4-FFF2-40B4-BE49-F238E27FC236}">
                <a16:creationId xmlns:a16="http://schemas.microsoft.com/office/drawing/2014/main" id="{4DC03F29-5045-4D3C-A2AB-40762D88C540}"/>
              </a:ext>
            </a:extLst>
          </p:cNvPr>
          <p:cNvSpPr>
            <a:spLocks noGrp="1"/>
          </p:cNvSpPr>
          <p:nvPr>
            <p:ph sz="half" idx="1"/>
          </p:nvPr>
        </p:nvSpPr>
        <p:spPr>
          <a:xfrm>
            <a:off x="4927471" y="2096064"/>
            <a:ext cx="6340085" cy="3695136"/>
          </a:xfrm>
        </p:spPr>
        <p:txBody>
          <a:bodyPr vert="horz" lIns="91440" tIns="45720" rIns="91440" bIns="45720" rtlCol="0">
            <a:normAutofit/>
          </a:bodyPr>
          <a:lstStyle/>
          <a:p>
            <a:pPr>
              <a:lnSpc>
                <a:spcPct val="110000"/>
              </a:lnSpc>
            </a:pPr>
            <a:r>
              <a:rPr lang="en-US" sz="1600"/>
              <a:t>As we noted through this notebook; Netflix is very popular among various social classes, and as we all know it has increased in popularity during the Covid-19 pandemic.</a:t>
            </a:r>
          </a:p>
          <a:p>
            <a:pPr>
              <a:lnSpc>
                <a:spcPct val="110000"/>
              </a:lnSpc>
            </a:pPr>
            <a:r>
              <a:rPr lang="en-US" sz="1600"/>
              <a:t>Netflix is continuedly adding new content on their platform. We can see exponential growth in new content after 2016.</a:t>
            </a:r>
          </a:p>
          <a:p>
            <a:pPr>
              <a:lnSpc>
                <a:spcPct val="110000"/>
              </a:lnSpc>
            </a:pPr>
            <a:r>
              <a:rPr lang="en-US" sz="1600"/>
              <a:t>Most of the content added on Netflix in 2018 and 2019 are released in same year.</a:t>
            </a:r>
          </a:p>
          <a:p>
            <a:pPr>
              <a:lnSpc>
                <a:spcPct val="110000"/>
              </a:lnSpc>
            </a:pPr>
            <a:r>
              <a:rPr lang="en-US" sz="1600"/>
              <a:t>There are many different genres available on Netflix to attract wide range of subscribers.</a:t>
            </a:r>
          </a:p>
          <a:p>
            <a:pPr>
              <a:lnSpc>
                <a:spcPct val="110000"/>
              </a:lnSpc>
            </a:pPr>
            <a:r>
              <a:rPr lang="en-US" sz="1600"/>
              <a:t>‘International movies’ is the top genre present on Netflix.</a:t>
            </a:r>
          </a:p>
          <a:p>
            <a:pPr>
              <a:lnSpc>
                <a:spcPct val="110000"/>
              </a:lnSpc>
            </a:pPr>
            <a:r>
              <a:rPr lang="en-US" sz="1600"/>
              <a:t>Majority of Netflix content is available in USA.</a:t>
            </a:r>
          </a:p>
        </p:txBody>
      </p:sp>
      <p:cxnSp>
        <p:nvCxnSpPr>
          <p:cNvPr id="23" name="Straight Connector 22">
            <a:extLst>
              <a:ext uri="{FF2B5EF4-FFF2-40B4-BE49-F238E27FC236}">
                <a16:creationId xmlns:a16="http://schemas.microsoft.com/office/drawing/2014/main" id="{035B6751-4DEE-4DA5-96EC-EA28668BA5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3599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942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4" name="Picture 3" descr="Magnifying glass on clear background">
            <a:extLst>
              <a:ext uri="{FF2B5EF4-FFF2-40B4-BE49-F238E27FC236}">
                <a16:creationId xmlns:a16="http://schemas.microsoft.com/office/drawing/2014/main" id="{D1325A1F-158A-7050-EA51-8740B95DAD50}"/>
              </a:ext>
            </a:extLst>
          </p:cNvPr>
          <p:cNvPicPr>
            <a:picLocks noChangeAspect="1"/>
          </p:cNvPicPr>
          <p:nvPr/>
        </p:nvPicPr>
        <p:blipFill rotWithShape="1">
          <a:blip r:embed="rId4">
            <a:duotone>
              <a:schemeClr val="bg2">
                <a:shade val="45000"/>
                <a:satMod val="135000"/>
              </a:schemeClr>
              <a:prstClr val="white"/>
            </a:duotone>
          </a:blip>
          <a:srcRect b="15755"/>
          <a:stretch/>
        </p:blipFill>
        <p:spPr>
          <a:xfrm>
            <a:off x="20" y="10"/>
            <a:ext cx="12191980" cy="6857990"/>
          </a:xfrm>
          <a:prstGeom prst="rect">
            <a:avLst/>
          </a:prstGeom>
        </p:spPr>
      </p:pic>
      <p:sp>
        <p:nvSpPr>
          <p:cNvPr id="20" name="Rectangle 19">
            <a:extLst>
              <a:ext uri="{FF2B5EF4-FFF2-40B4-BE49-F238E27FC236}">
                <a16:creationId xmlns:a16="http://schemas.microsoft.com/office/drawing/2014/main" id="{1F900CEA-68A7-4A4B-80DD-261B50935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4000"/>
                </a:schemeClr>
              </a:gs>
              <a:gs pos="100000">
                <a:schemeClr val="bg2">
                  <a:lumMod val="40000"/>
                  <a:alpha val="66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useBgFill="1">
        <p:nvSpPr>
          <p:cNvPr id="21" name="Rectangle 20">
            <a:extLst>
              <a:ext uri="{FF2B5EF4-FFF2-40B4-BE49-F238E27FC236}">
                <a16:creationId xmlns:a16="http://schemas.microsoft.com/office/drawing/2014/main" id="{55491426-E35C-4936-A45C-B184E51C3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9272" y="1828800"/>
            <a:ext cx="8833456" cy="3200400"/>
          </a:xfrm>
          <a:prstGeom prst="rect">
            <a:avLst/>
          </a:prstGeom>
          <a:ln w="190500" cap="sq">
            <a:solidFill>
              <a:srgbClr val="FFFFFF"/>
            </a:solidFill>
            <a:miter lim="800000"/>
          </a:ln>
          <a:effectLst>
            <a:outerShdw blurRad="54991" dist="17780" dir="5400000" algn="t" rotWithShape="0">
              <a:prstClr val="black">
                <a:alpha val="40000"/>
              </a:prstClr>
            </a:outerShdw>
          </a:effectLst>
          <a:scene3d>
            <a:camera prst="orthographicFront"/>
            <a:lightRig rig="twoPt" dir="t">
              <a:rot lat="0" lon="0" rev="7200000"/>
            </a:lightRig>
          </a:scene3d>
          <a:sp3d>
            <a:bevelT w="25400" h="19050"/>
          </a:sp3d>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5C13D8-8CAB-4DE0-B332-C13DC17DCD10}"/>
              </a:ext>
            </a:extLst>
          </p:cNvPr>
          <p:cNvSpPr>
            <a:spLocks noGrp="1"/>
          </p:cNvSpPr>
          <p:nvPr>
            <p:ph type="title"/>
          </p:nvPr>
        </p:nvSpPr>
        <p:spPr>
          <a:xfrm>
            <a:off x="1941534" y="1280160"/>
            <a:ext cx="8354862" cy="2502700"/>
          </a:xfrm>
        </p:spPr>
        <p:txBody>
          <a:bodyPr vert="horz" lIns="91440" tIns="45720" rIns="91440" bIns="45720" rtlCol="0" anchor="b">
            <a:normAutofit/>
          </a:bodyPr>
          <a:lstStyle/>
          <a:p>
            <a:r>
              <a:rPr lang="en-US" sz="4800" dirty="0"/>
              <a:t>Thank you!</a:t>
            </a:r>
          </a:p>
        </p:txBody>
      </p:sp>
    </p:spTree>
    <p:extLst>
      <p:ext uri="{BB962C8B-B14F-4D97-AF65-F5344CB8AC3E}">
        <p14:creationId xmlns:p14="http://schemas.microsoft.com/office/powerpoint/2010/main" val="265339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D4FE1632-F131-47D3-A814-99E9CD025E20}"/>
    </a:ext>
  </a:extLst>
</a:theme>
</file>

<file path=ppt/theme/themeOverride1.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3.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4.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5.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6.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7.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8.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9.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0.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1.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2.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3.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4.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5.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6.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7.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8.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19.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0.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1.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2.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3.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ppt/theme/themeOverride24.xml><?xml version="1.0" encoding="utf-8"?>
<a:themeOverride xmlns:a="http://schemas.openxmlformats.org/drawingml/2006/main">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3.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275</TotalTime>
  <Words>1210</Words>
  <Application>Microsoft Office PowerPoint</Application>
  <PresentationFormat>Widescreen</PresentationFormat>
  <Paragraphs>104</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Bookman Old Style</vt:lpstr>
      <vt:lpstr>Calibri</vt:lpstr>
      <vt:lpstr>Garamond</vt:lpstr>
      <vt:lpstr>Helvetica Neue</vt:lpstr>
      <vt:lpstr>Lato</vt:lpstr>
      <vt:lpstr>Rockwell</vt:lpstr>
      <vt:lpstr>Damask</vt:lpstr>
      <vt:lpstr>EDA on  NETFLIX dataset</vt:lpstr>
      <vt:lpstr>PowerPoint Presentation</vt:lpstr>
      <vt:lpstr>Agenda</vt:lpstr>
      <vt:lpstr>Dataset</vt:lpstr>
      <vt:lpstr>Business Questions</vt:lpstr>
      <vt:lpstr>Description of Netflix Dataset </vt:lpstr>
      <vt:lpstr>Description of Netflix Dataset : Continued </vt:lpstr>
      <vt:lpstr>Derived variables </vt:lpstr>
      <vt:lpstr>Analysis of Movies vs TV Shows </vt:lpstr>
      <vt:lpstr>Movie Ratings Analysis</vt:lpstr>
      <vt:lpstr>Popular Genres Analysis</vt:lpstr>
      <vt:lpstr>Released Year Wise Analysis</vt:lpstr>
      <vt:lpstr>Added Year Wise Analysis</vt:lpstr>
      <vt:lpstr>Added Month Wise Analysis</vt:lpstr>
      <vt:lpstr>Countries with highest rated content Analysis</vt:lpstr>
      <vt:lpstr>Mean, Mode, spread,Std Deviation</vt:lpstr>
      <vt:lpstr>PMF of Movie and TV Show</vt:lpstr>
      <vt:lpstr>CDF of Movie and TV Show</vt:lpstr>
      <vt:lpstr>Normality distribution of released_year</vt:lpstr>
      <vt:lpstr>Scatter plot of year_added vs year_released</vt:lpstr>
      <vt:lpstr>Scatter plot of year_added vs month_added</vt:lpstr>
      <vt:lpstr>Hypothesis testing of released_year</vt:lpstr>
      <vt:lpstr>Linear Regretion year_added ~ released_year</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on NETFLIX dataset</dc:title>
  <dc:creator>Jiteshwar Anjale</dc:creator>
  <cp:lastModifiedBy>Tejashri Bhilare</cp:lastModifiedBy>
  <cp:revision>23</cp:revision>
  <dcterms:created xsi:type="dcterms:W3CDTF">2021-11-17T05:14:37Z</dcterms:created>
  <dcterms:modified xsi:type="dcterms:W3CDTF">2024-03-02T06:48:58Z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